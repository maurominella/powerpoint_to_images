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5F360-715E-2935-71AB-508C0DB6BC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22/23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2022/23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19% degli adulti segue l'Eurolega in streaming nella stagione 2022/23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7496000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19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420833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1001041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6.300.000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+17% sul 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2021 vs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2022 cresce di più la fascia 55+: +17%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323076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3634615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2665384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1938461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113076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2240000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8,4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 italiano su quattro fa la spesa online almeno una volta al mese (dato 2022)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3,9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42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1,7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27456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685600" y="5450000"/>
            <a:ext cx="25740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30%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8018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141400" y="5450000"/>
            <a:ext cx="14586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2022 ha superato i 13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10,8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10,5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13,4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79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2016-2022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4875000"/>
            <a:ext cx="580000" cy="87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447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4700000"/>
            <a:ext cx="580000" cy="105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430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4525000"/>
            <a:ext cx="580000" cy="12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41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3518750"/>
            <a:ext cx="580000" cy="22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3212500"/>
            <a:ext cx="580000" cy="25375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28125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2022 il 58%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+38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2016 al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34.600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2022, +33%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2023: 45.000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306666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77%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2022 il Nord vale il 43%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11,0%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970909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7,8%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1883636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3,7%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62909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3,2%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2022 l'arrivo in salita porta l'audience a 2,6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1088154">
            <a:off x="1445245" y="491912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257349">
            <a:off x="2298806" y="4887250"/>
            <a:ext cx="85238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598045">
            <a:off x="3131286" y="4791625"/>
            <a:ext cx="887426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366637">
            <a:off x="3971099" y="450475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760823">
            <a:off x="4839375" y="444100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20146335">
            <a:off x="5658951" y="43453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366637">
            <a:off x="6521099" y="399475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90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49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1,1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78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37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84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43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1,2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59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418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1,6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427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86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2,1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462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4052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1,8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408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67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73125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335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2,9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+164%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2022 6 ragazzi su 10 giocano ogni settimana, soprattutto da smartphone (49%)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2071428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114285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428571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78571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2018 vs 2022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50%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38% · altri 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2018 al 2022 il digitale cresce di 15 punti e supera 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+15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22/23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2022/23;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pubblico torna negli stadi e resta fedele agli schermi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22,1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1589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88%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1343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87%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271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20607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84%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38%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2079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90%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4,6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19871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81%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+21%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20362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83%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2022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2026-10-20T19:18:12Z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