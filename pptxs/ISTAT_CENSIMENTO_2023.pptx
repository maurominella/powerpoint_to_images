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A6056-A5EF-4E88-9BD2-9D107FFB7F45}" v="7" dt="2026-10-20T12:54:55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04A6056-A5EF-4E88-9BD2-9D107FFB7F45}"/>
    <pc:docChg chg="mod addSld modSld modMainMaster setSldSz">
      <pc:chgData name="" userId="" providerId="" clId="Web-{104A6056-A5EF-4E88-9BD2-9D107FFB7F45}" dt="2026-10-20T12:56:15.359" v="19" actId="34807"/>
      <pc:docMkLst>
        <pc:docMk/>
      </pc:docMkLst>
      <pc:sldChg chg="addSp delSp modSp mod setBg">
        <pc:chgData name="" userId="" providerId="" clId="Web-{104A6056-A5EF-4E88-9BD2-9D107FFB7F45}" dt="2026-10-20T12:56:06.469" v="18" actId="34807"/>
        <pc:sldMkLst>
          <pc:docMk/>
          <pc:sldMk cId="0" sldId="256"/>
        </pc:sldMkLst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2" creationId="{ADA88892-0C9B-C38A-ADCA-576E9509CCD7}"/>
          </ac:spMkLst>
        </pc:spChg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" creationId="{62C3506E-744D-96C0-ED29-3CC94F825287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7" creationId="{142A15DA-4C9B-BB38-8EE1-F0EB509EEA13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11" creationId="{83D03B59-0717-74AB-BF96-A2323349EB9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6" creationId="{C2C86C3A-A8EF-B705-4CF9-0469FD1277FD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6" creationId="{9B4DDAF8-84F6-3F17-D519-0244B839220A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56" creationId="{6F311184-AEA1-4BA6-F63E-E938102B76C3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67" creationId="{6095206B-B662-1478-445D-CA45F995386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06" creationId="{D6CC785B-4643-4F89-0396-3C7DBBB88BA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121" creationId="{2301B715-09B0-842F-7060-D856153A0641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172" creationId="{FE56FDFC-A757-3C09-51ED-E61556B50467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232" creationId="{25BA1DE1-EA3F-2BEC-1AEA-339BF70D05D1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01" creationId="{6FC84DDA-CF9D-0520-F6E5-9D87FB84B430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79" creationId="{5F17AE9F-2D2B-D0C4-D242-5ABF26EFCA54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07" creationId="{11C1EBAB-54A8-8CDB-6EAD-BEFAE360CB0B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36" creationId="{57DB18FA-F05B-95D9-6216-22E72662133C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466" creationId="{00343267-7F3F-509F-4F7D-9416A864735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97" creationId="{034A2D72-0677-28A9-86F1-A7BD43B00999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596" creationId="{9FD7387E-A4CE-4B2B-A5BE-FF86B843F5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7" creationId="{9B90BB2A-BB05-78EE-84D1-67447D33372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9" creationId="{F1541295-B6C6-0B40-9D0E-4E90D3C386B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2" creationId="{2FAA3771-1384-E589-6175-EE235690F73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6" creationId="{D637794D-292B-D4AB-4E15-5697DC40204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1" creationId="{4A595F88-A2BD-15B9-138A-06470EB6F13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7" creationId="{BFB3412C-A5C4-B6E1-C769-F8DE1EFBAC88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24" creationId="{40CA2BC2-BB07-CE9B-385A-853C4CF2988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32" creationId="{8AE56B30-818A-1574-17CE-3C332743ED17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674" creationId="{DB83D1E3-FA80-0203-5C0C-1D40C82BFF54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01" creationId="{1F7AEBD1-8376-88F1-8705-4AE82B9844A5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67" creationId="{9A2B327B-CEAD-30E5-C0E9-32F5C0422C0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974" creationId="{1C41C462-F797-D89C-EDDD-E1EF75E32BCB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157" creationId="{EC092185-AA55-10BC-56D7-FD6983FE3E8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299" creationId="{F82F72B4-8381-A75B-C058-3E2DB1460E60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376" creationId="{B920BD67-E297-E40B-9375-79B5D3478530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685637121" sldId="457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4" creationId="{E6C2F177-544B-F102-FFE5-6820EE24C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6" creationId="{8F579330-3DCD-F6CF-9255-C64DC5F62DE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9" creationId="{AD3382EC-9371-573F-5051-FFA54C8208C9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3" creationId="{65065F30-30CC-2632-4F52-E1DBACD5CA80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8" creationId="{4407072A-8572-4B3A-817A-F9A930CB5F3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24" creationId="{0BA885E8-E696-33C1-2DFB-DC68C01A867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1" creationId="{D876A290-11AC-1C36-5444-524CA61B581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9" creationId="{42F16E01-ADA4-1E87-42EB-8B4A23B1E064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4969" creationId="{08304C1D-1D4D-6380-4662-CB7BF631A61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023" creationId="{D322528A-0FA1-A984-49E8-7955778487C7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203" creationId="{816F3AB0-7606-DE9B-5A0C-0113656B540A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399" creationId="{F03DE298-34AA-3058-4749-A284136FA54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498" creationId="{A2E6A9D3-0FD6-8CA5-5653-EB331B2CBCA5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606" creationId="{C8E7F46F-C1C5-2F1C-A63A-082C7BD392B2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723" creationId="{94E78252-52B6-70AE-B961-8CE6638D7DDB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595425755" sldId="659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5" creationId="{58436EE3-FD9D-B467-2287-F6B1611FE24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7" creationId="{7BE30B48-541A-ABB4-5C13-9CBEF49B0B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0" creationId="{C85BD979-9B9D-083C-EF21-18104BC96CF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4" creationId="{C9F79789-6987-E624-5D68-AF6CF75892B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05" creationId="{ABCEB00F-D15B-F84D-1C74-425722B039B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12" creationId="{82FEF45F-3697-B949-AF91-FF73F061FA0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20" creationId="{FCC90260-665B-9E57-0ADC-9599AE0DE38B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039" creationId="{E8A49AF9-0DFB-3811-C202-56220DBED64F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37" creationId="{068B3550-925A-5D33-C00F-A096246D9C4E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55" creationId="{8B419D33-4E81-286C-FC45-B7A54E9FE257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15" creationId="{F6A3C658-B9E8-B243-53EF-766DC4419B8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60" creationId="{A2DA8BA0-B88C-266F-335B-FF2BCBF72800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309" creationId="{B424A97C-3ABD-8D2C-65D4-DC233859BA3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419" creationId="{72782874-012F-94E4-6142-F25543A85A8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725" creationId="{545B2C93-061D-1253-DB0E-05F40B7083B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7160" creationId="{E005D76B-B52F-A940-94BD-DB51A3A8BF84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259" creationId="{3C2F135E-1801-5F1A-C733-476D2CCCBF2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310" creationId="{E0E15745-CC79-9821-5D53-87C3F871A581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65337437" sldId="86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7" creationId="{6009D4BC-1776-6227-3459-60BBA9ECB8A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9" creationId="{973592AD-630C-662F-73CE-888173C990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2" creationId="{C3C122E1-4547-44CA-6CA2-629AB7E2E12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6" creationId="{827F9AF1-F469-F9E0-4B48-C5745FF6912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1" creationId="{830B1AA3-9EE5-87F1-F370-BE57F1599D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7" creationId="{0B7F6F51-0C4B-FB8A-B795-36A5399A6F8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44" creationId="{B151DACE-8B68-E8D0-1C11-B3107E871C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52" creationId="{2A77ECC7-85CF-E792-753D-2C9763ABEB6C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461" creationId="{98287E8B-05EC-054E-F9F9-6910F2861F47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507" creationId="{16B57ADF-EC05-E58F-0BF4-D0523695394B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669" creationId="{331B4360-4E8A-434B-B9AD-7334871712BA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046" creationId="{1322EE64-99B3-016C-F435-8CD08FF7EA5D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2157" creationId="{A3B65930-DB03-BDC4-521D-0EA38D0236F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451" creationId="{2F9EB88D-B929-E736-EEC1-0E654FC65CC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691" creationId="{AD855AF8-57DD-EEA6-176A-0B1C454A676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3069" creationId="{6BFB84E0-FAFB-D79C-4C9B-36E3A2E3CE5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2842899939" sldId="1066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08" creationId="{B9EDCCA3-02D2-A0B0-1F2C-C1C580D627E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0" creationId="{13E5AF7C-1EDF-44B7-DE31-9A9FAB6C30F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3" creationId="{8CDE9269-BD43-522C-6830-ED9A38A1F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7" creationId="{54A34068-42D4-339A-76D5-3A60C26C3D8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2" creationId="{411EFBD4-C482-35F5-AF0A-798FAF8DC26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8" creationId="{1ECC8F9E-AB5C-CBFB-E795-F8A5CBDA8C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35" creationId="{5ECB77EB-3227-E66E-C5BF-D806DBFBE4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43" creationId="{A23370CE-216B-4334-A15F-BEC0A053159A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373" creationId="{5B237518-548A-D826-3662-43647636EA1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460" creationId="{25BDC44A-4E5E-FFDB-9078-84183FF7DCB6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583" creationId="{F96E7E34-8D06-BC60-B366-93C1BA4CE31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13" creationId="{B0F110E5-A982-3967-E4CE-772491266CE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42" creationId="{0977D8F4-83FB-98FE-1AEB-84EBFE3B9CA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937" creationId="{FEDC26E3-EC2E-8698-426C-E458A2BD491F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253" creationId="{1DB09AC2-13A5-B570-74AC-59350F2D9B9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582" creationId="{BA0EC737-3D02-40D6-5DF6-DA8D51CD9E32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847" creationId="{711FEA07-8FF0-620F-70A3-652ABD80345F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782038606" sldId="1271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08" creationId="{DD5A296F-07D7-7923-8A84-C238301A005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0" creationId="{AB4D7FC2-604E-D68B-C969-1D59BE4942B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3" creationId="{ECF3CEEF-7E58-1B91-1AC6-08EDF9949C5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7" creationId="{621080C3-BC0D-7520-AE1C-96F3C04B42F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2" creationId="{C1514BA1-8EB8-E93A-FD9C-F98FD896F6A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8" creationId="{93C23D9F-1A18-052A-85A8-884CBC76462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35" creationId="{9AF98FF5-4903-8A9E-F060-90B17591CF5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43" creationId="{CE68D025-CD77-51E4-5A2A-B2E02C880FB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4962" creationId="{ED95F34E-1851-B433-106B-8AB3ECDB5E9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012" creationId="{446B2568-C283-69AB-154F-F0B4C718066E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17" creationId="{1C17CDC9-7F9C-55D9-79C1-34DE9895EFB2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38" creationId="{3CAC457D-69BD-C9C7-0528-3F489BF3087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285" creationId="{5391B8A5-E7E3-CB37-E6B3-D6318E84F8F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372" creationId="{99BE4AF7-EEED-DB45-78B4-6A1298DAF03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468" creationId="{9988FE51-5FBD-3581-5C6F-AE8FAAD5307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573" creationId="{FF662441-0CE3-3111-F43D-3D9555AD6207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342530814" sldId="1477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6" creationId="{CCCBBF4B-D517-8D31-8B74-B85F1E577694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8" creationId="{99961FE7-E67C-54A0-6749-EB674B290E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21" creationId="{1812493E-F288-9A1D-CF4A-A9766995E46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0" creationId="{5F2A9AB9-A8CE-FB92-3DB7-2CA1FC4022F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6" creationId="{D65316B9-8481-1F4A-E7DF-DA3C290FFE8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51" creationId="{1E4C0FFD-B098-8C68-7CE4-3EA1A0B1E65A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506" creationId="{742E73A0-8672-A78D-F296-B89B36E03D97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646" creationId="{04EB9D00-2F4B-805B-2650-105148E3AE73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740" creationId="{FEDF982A-1BF1-B530-427F-075175BD4F58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911" creationId="{870D09AE-A57D-E4DE-9EF6-EE3AF4189B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156" creationId="{A7BE197F-2359-8154-B475-5C36D212A6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276" creationId="{FEC6D766-7E34-B6C9-35AC-4799F28EE7FB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318" creationId="{CD385C3C-5731-342C-9C0E-31B1E719BDD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405" creationId="{D980F7DF-4E53-43E5-DE1E-C9CAE013E7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543" creationId="{D97368F9-BBA7-4130-2C75-7A512AC52B4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690" creationId="{371C8222-5C90-DD34-33FD-07907773DCF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793" creationId="{115527B4-A8FC-2FCF-5E72-8F4E10022295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846" creationId="{6585554C-FB9B-3401-CD22-162F34F639F2}"/>
          </ac:spMkLst>
        </pc:spChg>
      </pc:sldChg>
      <pc:sldChg chg="addSp delSp modSp add mod setBg">
        <pc:chgData name="" userId="" providerId="" clId="Web-{104A6056-A5EF-4E88-9BD2-9D107FFB7F45}" dt="2026-10-20T12:56:15.359" v="19" actId="34807"/>
        <pc:sldMkLst>
          <pc:docMk/>
          <pc:sldMk cId="4077474952" sldId="1684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2" creationId="{0FECF319-17C5-3E90-34BA-441F24C1CE5C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4" creationId="{8F02B012-F2C9-3296-6007-A479D6379EE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7" creationId="{84ED5C48-7522-A0A1-04B2-96181FFC98E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1" creationId="{24E0717A-867D-47FB-DB76-68DA4C8F5B2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6" creationId="{0525535D-E82A-E96F-5BA3-4CD8EE02ED1A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2" creationId="{799C8522-7A8F-BA5A-4A11-2FC4586389F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9" creationId="{2227EB6B-2C50-B957-03CA-CCB98F93D65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17" creationId="{F386F501-96E9-E262-2BF6-0C49737E238E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36" creationId="{FA893716-DAF4-C93F-5258-2159E7DD07A4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59" creationId="{D8D6D09B-3C81-BBB2-85DB-7FCAFB3A0BC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86" creationId="{B2644951-554F-978B-42AF-BEC332D6A461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771" creationId="{B74D2712-C482-F431-F241-55086E84FD0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906" creationId="{16063D0E-8CC2-F294-3B99-DAF6D6368D83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046" creationId="{1C4776ED-7A60-AD41-DE1B-1787B4298205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42" creationId="{155C5301-CDDD-5B3F-6F10-BEB47722050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84" creationId="{3B85E4E0-7B99-8753-F3B1-D08CC89E37D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616" creationId="{DB7AE3BE-3843-010B-2F87-2422DFCC63D9}"/>
          </ac:spMkLst>
        </pc:spChg>
        <pc:spChg chg="del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4907" creationId="{1914ABD9-4823-328A-830F-F48C712A812D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1" creationId="{99C9E12D-BD03-D0C0-6C31-3C6443B69081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3" creationId="{B7EB026F-4A0D-9DD2-2BB1-208FEB34D8C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592767551" sldId="189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7" creationId="{07EF7765-4629-CF2F-E95B-01B774EEDB3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9" creationId="{A17AB4AF-FAFD-E1A5-FEBA-4801B049B14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2" creationId="{ADCE2BCA-2801-08D4-EF82-05B64928CA1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6" creationId="{0F08CD3B-B310-7F00-4D31-70AE5EA7673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1" creationId="{1AAA6103-5E87-5030-54C6-BDCD5871BA7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7" creationId="{CF4817CB-C423-EF09-262A-A6578AEBCE3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94" creationId="{E5046DC1-5B3F-F4CE-9D9D-D8275883B65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202" creationId="{BA3C03A6-C036-058D-283D-0477A34DE4FD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257" creationId="{BDA638A0-E5A1-F8C0-1441-3AA144EDB29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17" creationId="{F7A5ADC0-F2DA-0984-B400-74E3FAFFF4F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72" creationId="{44E47C01-F382-58C6-65AC-69659A4DC2C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631" creationId="{A7A4ECF3-A305-E0DC-9E58-72CF95A4917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32" creationId="{B5E342CA-5E85-A90A-0BA2-18C8A68C879E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69" creationId="{C3B7E0EF-991B-0A1F-F3B0-74E4BEFB7C6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2391" creationId="{1A6D6118-4531-B629-1E08-80CED4BA8A7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057" creationId="{A6019E9D-6B16-87FB-B314-820280042D8C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119" creationId="{4EF4F513-A4B3-4E7D-EDFD-6152AD25AA5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581" creationId="{0DB0652B-E511-31A7-591E-6E1ED4B6A44D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1295224588" sldId="2101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7" creationId="{0A64F11A-AC9D-487F-E99A-D0D9DAF0E9C6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9" creationId="{C7BB9128-AA95-344D-8611-468F0863F0A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2" creationId="{849A36E4-2A26-6997-1767-4AAC0430B8F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6" creationId="{06643303-3422-866E-F4B5-5E45BD555D0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1" creationId="{1CFD691A-AD84-FE50-C47D-39426A68B62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7" creationId="{75714851-09EC-81E1-F256-11DFEA02882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54" creationId="{1E44D3C3-C4C0-6365-2306-201D2D41025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62" creationId="{DD0F3FD5-63FF-C2B0-9CAA-345B9E6B7817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681" creationId="{3E5F3AF9-2000-DD52-A8FC-D70300C0120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797" creationId="{2C46A0C5-40AF-0EDF-422F-F69184E707D9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857" creationId="{1B0E0B65-0367-B173-5B3C-47F749F2F32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02" creationId="{F833B88F-6FA8-4918-52AE-61DEAD4A393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77" creationId="{7325B6EB-AA79-E301-A728-F2AC42516EB6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122" creationId="{D62BCDD4-D664-12F0-2D4E-082A48783C42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616" creationId="{CD6E6A00-67AD-DDA3-1BC2-79513AD656AC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851" creationId="{324C4D02-05DD-82E2-C6C1-A722A93F1B5B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1004" creationId="{519298C9-BE78-1DB9-FE45-E5DBD2EFA3FE}"/>
          </ac:spMkLst>
        </pc:spChg>
      </pc:sldChg>
      <pc:sldMasterChg chg="modSp modSldLayout">
        <pc:chgData name="" userId="" providerId="" clId="Web-{104A6056-A5EF-4E88-9BD2-9D107FFB7F45}" dt="2026-10-20T12:49:16.626" v="0" actId="34807"/>
        <pc:sldMasterMkLst>
          <pc:docMk/>
          <pc:sldMasterMk cId="2209977519" sldId="2147483648"/>
        </pc:sldMasterMkLst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3CF65-FA34-1370-B680-889C4E2F7D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Rectangle 596">
            <a:extLst>
              <a:ext uri="{FF2B5EF4-FFF2-40B4-BE49-F238E27FC236}">
                <a16:creationId xmlns:a16="http://schemas.microsoft.com/office/drawing/2014/main" id="{9B90BB2A-BB05-78EE-84D1-67447D33372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F1541295-B6C6-0B40-9D0E-4E90D3C386BD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2FAA3771-1384-E589-6175-EE235690F73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D637794D-292B-D4AB-4E15-5697DC402049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A595F88-A2BD-15B9-138A-06470EB6F13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BFB3412C-A5C4-B6E1-C769-F8DE1EFBAC88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40CA2BC2-BB07-CE9B-385A-853C4CF29882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8AE56B30-818A-1574-17CE-3C332743ED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5C53FC53-26EE-7D61-8C6B-A054B6EC4823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FF74944-2874-555C-6BD1-160F96CF9A4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DBFB066C-57CE-315B-2356-24472FA6CF68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DB83D1E3-FA80-0203-5C0C-1D40C82BFF5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87" name="Rectangle: Rounded Corners 686">
            <a:extLst>
              <a:ext uri="{FF2B5EF4-FFF2-40B4-BE49-F238E27FC236}">
                <a16:creationId xmlns:a16="http://schemas.microsoft.com/office/drawing/2014/main" id="{8B21668B-2E29-8D1B-0CCB-AB9D9E663CA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EUROLEGA 23/24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1F7AEBD1-8376-88F1-8705-4AE82B9844A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basket europeo in streaming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87C5A72F-E1A5-B18A-A0A2-9BFFDA2411BE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Quanti italiani guardano l'Eurolega sulle piattaforme digitali, stagione 2023/24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A3AC79D2-8FD6-689A-2D67-7A6692FE1BC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" name="Rectangle: Rounded Corners 748">
            <a:extLst>
              <a:ext uri="{FF2B5EF4-FFF2-40B4-BE49-F238E27FC236}">
                <a16:creationId xmlns:a16="http://schemas.microsoft.com/office/drawing/2014/main" id="{BE32CC37-4DF0-17BF-4CFC-36AD15CE5993}"/>
              </a:ext>
            </a:extLst>
          </p:cNvPr>
          <p:cNvSpPr/>
          <p:nvPr/>
        </p:nvSpPr>
        <p:spPr>
          <a:xfrm>
            <a:off x="500000" y="2000000"/>
            <a:ext cx="77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Rectangle: Rounded Corners 766">
            <a:extLst>
              <a:ext uri="{FF2B5EF4-FFF2-40B4-BE49-F238E27FC236}">
                <a16:creationId xmlns:a16="http://schemas.microsoft.com/office/drawing/2014/main" id="{9A2B327B-CEAD-30E5-C0E9-32F5C0422C0D}"/>
              </a:ext>
            </a:extLst>
          </p:cNvPr>
          <p:cNvSpPr/>
          <p:nvPr/>
        </p:nvSpPr>
        <p:spPr>
          <a:xfrm>
            <a:off x="550000" y="2050000"/>
            <a:ext cx="76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13EFAE7F-19AF-A77A-4709-1199F4011518}"/>
              </a:ext>
            </a:extLst>
          </p:cNvPr>
          <p:cNvSpPr/>
          <p:nvPr/>
        </p:nvSpPr>
        <p:spPr>
          <a:xfrm>
            <a:off x="650000" y="2100000"/>
            <a:ext cx="74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22% degli adulti segue l'Eurolega in streaming nella stagione 2023/24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06" name="Oval 805">
            <a:extLst>
              <a:ext uri="{FF2B5EF4-FFF2-40B4-BE49-F238E27FC236}">
                <a16:creationId xmlns:a16="http://schemas.microsoft.com/office/drawing/2014/main" id="{C63C2BD8-03F9-20BD-83F4-FFC41881AF0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Partial Circle 826">
            <a:extLst>
              <a:ext uri="{FF2B5EF4-FFF2-40B4-BE49-F238E27FC236}">
                <a16:creationId xmlns:a16="http://schemas.microsoft.com/office/drawing/2014/main" id="{E0B96506-5C7B-4208-7BE7-B161EE06604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pie">
            <a:avLst>
              <a:gd name="adj1" fmla="val 0"/>
              <a:gd name="adj2" fmla="val 16848000"/>
            </a:avLst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298EC1AD-A66A-E414-01C9-E0DB3D440655}"/>
              </a:ext>
            </a:extLst>
          </p:cNvPr>
          <p:cNvSpPr/>
          <p:nvPr/>
        </p:nvSpPr>
        <p:spPr>
          <a:xfrm>
            <a:off x="950000" y="4550000"/>
            <a:ext cx="17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Adulti 15+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FB268552-B7CA-14A5-E372-33C40856EFA3}"/>
              </a:ext>
            </a:extLst>
          </p:cNvPr>
          <p:cNvSpPr/>
          <p:nvPr/>
        </p:nvSpPr>
        <p:spPr>
          <a:xfrm>
            <a:off x="3500000" y="3400000"/>
            <a:ext cx="1150000" cy="11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6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203CBE02-93B1-79AD-1CDF-0C655E3BEBDF}"/>
              </a:ext>
            </a:extLst>
          </p:cNvPr>
          <p:cNvSpPr/>
          <p:nvPr/>
        </p:nvSpPr>
        <p:spPr>
          <a:xfrm>
            <a:off x="4600000" y="3820000"/>
            <a:ext cx="600000" cy="5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D474C7E0-75F7-191F-425B-646790D85D32}"/>
              </a:ext>
            </a:extLst>
          </p:cNvPr>
          <p:cNvSpPr/>
          <p:nvPr/>
        </p:nvSpPr>
        <p:spPr>
          <a:xfrm>
            <a:off x="3600000" y="4550000"/>
            <a:ext cx="18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degli adulti guarda le partite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485B1FF7-48C1-6930-D55E-B16848C111B2}"/>
              </a:ext>
            </a:extLst>
          </p:cNvPr>
          <p:cNvSpPr/>
          <p:nvPr/>
        </p:nvSpPr>
        <p:spPr>
          <a:xfrm>
            <a:off x="5550000" y="2980000"/>
            <a:ext cx="26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PIATTAFORME PIÙ USATE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1C41C462-F797-D89C-EDDD-E1EF75E32BCB}"/>
              </a:ext>
            </a:extLst>
          </p:cNvPr>
          <p:cNvSpPr/>
          <p:nvPr/>
        </p:nvSpPr>
        <p:spPr>
          <a:xfrm>
            <a:off x="5550000" y="34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ArenaPlay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2" name="Flowchart: Terminator 1001">
            <a:extLst>
              <a:ext uri="{FF2B5EF4-FFF2-40B4-BE49-F238E27FC236}">
                <a16:creationId xmlns:a16="http://schemas.microsoft.com/office/drawing/2014/main" id="{C09AFDE9-BED2-992D-6B03-F65A8657962C}"/>
              </a:ext>
            </a:extLst>
          </p:cNvPr>
          <p:cNvSpPr/>
          <p:nvPr/>
        </p:nvSpPr>
        <p:spPr>
          <a:xfrm>
            <a:off x="6750000" y="3420000"/>
            <a:ext cx="1485416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641D8E-ECF6-EDAC-2A5C-BD8F31E6514B}"/>
              </a:ext>
            </a:extLst>
          </p:cNvPr>
          <p:cNvSpPr/>
          <p:nvPr/>
        </p:nvSpPr>
        <p:spPr>
          <a:xfrm>
            <a:off x="5550000" y="405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SportFlix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" name="Flowchart: Terminator 1060">
            <a:extLst>
              <a:ext uri="{FF2B5EF4-FFF2-40B4-BE49-F238E27FC236}">
                <a16:creationId xmlns:a16="http://schemas.microsoft.com/office/drawing/2014/main" id="{AAB33AB2-64A9-920A-28D5-032A44ADD856}"/>
              </a:ext>
            </a:extLst>
          </p:cNvPr>
          <p:cNvSpPr/>
          <p:nvPr/>
        </p:nvSpPr>
        <p:spPr>
          <a:xfrm>
            <a:off x="6750000" y="4040000"/>
            <a:ext cx="1033333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5FB83794-D147-445A-9813-018550C2A7C8}"/>
              </a:ext>
            </a:extLst>
          </p:cNvPr>
          <p:cNvSpPr/>
          <p:nvPr/>
        </p:nvSpPr>
        <p:spPr>
          <a:xfrm>
            <a:off x="5550000" y="46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GoalBox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" name="Flowchart: Terminator 1123">
            <a:extLst>
              <a:ext uri="{FF2B5EF4-FFF2-40B4-BE49-F238E27FC236}">
                <a16:creationId xmlns:a16="http://schemas.microsoft.com/office/drawing/2014/main" id="{E975DC7C-3796-8358-4189-08908E6282C0}"/>
              </a:ext>
            </a:extLst>
          </p:cNvPr>
          <p:cNvSpPr/>
          <p:nvPr/>
        </p:nvSpPr>
        <p:spPr>
          <a:xfrm>
            <a:off x="6750000" y="4660000"/>
            <a:ext cx="645833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EC092185-AA55-10BC-56D7-FD6983FE3E8D}"/>
              </a:ext>
            </a:extLst>
          </p:cNvPr>
          <p:cNvSpPr/>
          <p:nvPr/>
        </p:nvSpPr>
        <p:spPr>
          <a:xfrm>
            <a:off x="5550000" y="529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1" name="Flowchart: Terminator 1190">
            <a:extLst>
              <a:ext uri="{FF2B5EF4-FFF2-40B4-BE49-F238E27FC236}">
                <a16:creationId xmlns:a16="http://schemas.microsoft.com/office/drawing/2014/main" id="{B19A77A7-EF28-1800-E9AC-27A68255AA52}"/>
              </a:ext>
            </a:extLst>
          </p:cNvPr>
          <p:cNvSpPr/>
          <p:nvPr/>
        </p:nvSpPr>
        <p:spPr>
          <a:xfrm>
            <a:off x="6750000" y="5280000"/>
            <a:ext cx="64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26" name="Rectangle: Rounded Corners 1225">
            <a:extLst>
              <a:ext uri="{FF2B5EF4-FFF2-40B4-BE49-F238E27FC236}">
                <a16:creationId xmlns:a16="http://schemas.microsoft.com/office/drawing/2014/main" id="{686F707B-7186-89EB-14C5-4517DAA956B0}"/>
              </a:ext>
            </a:extLst>
          </p:cNvPr>
          <p:cNvSpPr/>
          <p:nvPr/>
        </p:nvSpPr>
        <p:spPr>
          <a:xfrm>
            <a:off x="8450000" y="2000000"/>
            <a:ext cx="3240000" cy="39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2" name="Rectangle: Rounded Corners 1261">
            <a:extLst>
              <a:ext uri="{FF2B5EF4-FFF2-40B4-BE49-F238E27FC236}">
                <a16:creationId xmlns:a16="http://schemas.microsoft.com/office/drawing/2014/main" id="{227B01AE-E60F-0CCB-33F2-5AA81CA7E238}"/>
              </a:ext>
            </a:extLst>
          </p:cNvPr>
          <p:cNvSpPr/>
          <p:nvPr/>
        </p:nvSpPr>
        <p:spPr>
          <a:xfrm>
            <a:off x="8500000" y="2050000"/>
            <a:ext cx="3140000" cy="38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" name="Rectangle 1298">
            <a:extLst>
              <a:ext uri="{FF2B5EF4-FFF2-40B4-BE49-F238E27FC236}">
                <a16:creationId xmlns:a16="http://schemas.microsoft.com/office/drawing/2014/main" id="{F82F72B4-8381-A75B-C058-3E2DB1460E60}"/>
              </a:ext>
            </a:extLst>
          </p:cNvPr>
          <p:cNvSpPr/>
          <p:nvPr/>
        </p:nvSpPr>
        <p:spPr>
          <a:xfrm>
            <a:off x="8600000" y="2300000"/>
            <a:ext cx="294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unici in stagione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7" name="Rectangle 1336">
            <a:extLst>
              <a:ext uri="{FF2B5EF4-FFF2-40B4-BE49-F238E27FC236}">
                <a16:creationId xmlns:a16="http://schemas.microsoft.com/office/drawing/2014/main" id="{AC04EC39-97E8-951F-ECCD-994636F74690}"/>
              </a:ext>
            </a:extLst>
          </p:cNvPr>
          <p:cNvSpPr/>
          <p:nvPr/>
        </p:nvSpPr>
        <p:spPr>
          <a:xfrm>
            <a:off x="8620000" y="2950000"/>
            <a:ext cx="2900000" cy="6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7.200.000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B920BD67-E297-E40B-9375-79B5D3478530}"/>
              </a:ext>
            </a:extLst>
          </p:cNvPr>
          <p:cNvSpPr/>
          <p:nvPr/>
        </p:nvSpPr>
        <p:spPr>
          <a:xfrm>
            <a:off x="8700000" y="3620000"/>
            <a:ext cx="2740000" cy="10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hanno visto almeno una partita in diretta streaming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16" name="Flowchart: Terminator 1415">
            <a:extLst>
              <a:ext uri="{FF2B5EF4-FFF2-40B4-BE49-F238E27FC236}">
                <a16:creationId xmlns:a16="http://schemas.microsoft.com/office/drawing/2014/main" id="{93FF1232-9ECD-617F-0135-DA698A238685}"/>
              </a:ext>
            </a:extLst>
          </p:cNvPr>
          <p:cNvSpPr/>
          <p:nvPr/>
        </p:nvSpPr>
        <p:spPr>
          <a:xfrm>
            <a:off x="9120000" y="4950000"/>
            <a:ext cx="1900000" cy="4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+14% sul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Rectangle 4903">
            <a:extLst>
              <a:ext uri="{FF2B5EF4-FFF2-40B4-BE49-F238E27FC236}">
                <a16:creationId xmlns:a16="http://schemas.microsoft.com/office/drawing/2014/main" id="{E6C2F177-544B-F102-FFE5-6820EE24C5E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6" name="Rectangle 4905">
            <a:extLst>
              <a:ext uri="{FF2B5EF4-FFF2-40B4-BE49-F238E27FC236}">
                <a16:creationId xmlns:a16="http://schemas.microsoft.com/office/drawing/2014/main" id="{8F579330-3DCD-F6CF-9255-C64DC5F62DE8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9" name="Rectangle 4908">
            <a:extLst>
              <a:ext uri="{FF2B5EF4-FFF2-40B4-BE49-F238E27FC236}">
                <a16:creationId xmlns:a16="http://schemas.microsoft.com/office/drawing/2014/main" id="{AD3382EC-9371-573F-5051-FFA54C8208C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3" name="Rectangle 4912">
            <a:extLst>
              <a:ext uri="{FF2B5EF4-FFF2-40B4-BE49-F238E27FC236}">
                <a16:creationId xmlns:a16="http://schemas.microsoft.com/office/drawing/2014/main" id="{65065F30-30CC-2632-4F52-E1DBACD5CA80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8" name="Rectangle 4917">
            <a:extLst>
              <a:ext uri="{FF2B5EF4-FFF2-40B4-BE49-F238E27FC236}">
                <a16:creationId xmlns:a16="http://schemas.microsoft.com/office/drawing/2014/main" id="{4407072A-8572-4B3A-817A-F9A930CB5F3C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4" name="Rectangle 4923">
            <a:extLst>
              <a:ext uri="{FF2B5EF4-FFF2-40B4-BE49-F238E27FC236}">
                <a16:creationId xmlns:a16="http://schemas.microsoft.com/office/drawing/2014/main" id="{0BA885E8-E696-33C1-2DFB-DC68C01A867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1" name="Rectangle 4930">
            <a:extLst>
              <a:ext uri="{FF2B5EF4-FFF2-40B4-BE49-F238E27FC236}">
                <a16:creationId xmlns:a16="http://schemas.microsoft.com/office/drawing/2014/main" id="{D876A290-11AC-1C36-5444-524CA61B581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9" name="Rectangle 4938">
            <a:extLst>
              <a:ext uri="{FF2B5EF4-FFF2-40B4-BE49-F238E27FC236}">
                <a16:creationId xmlns:a16="http://schemas.microsoft.com/office/drawing/2014/main" id="{42F16E01-ADA4-1E87-42EB-8B4A23B1E064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8" name="Rectangle 4947">
            <a:extLst>
              <a:ext uri="{FF2B5EF4-FFF2-40B4-BE49-F238E27FC236}">
                <a16:creationId xmlns:a16="http://schemas.microsoft.com/office/drawing/2014/main" id="{042CD308-A1DA-DA97-1D7B-EFD5A29BBCF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8" name="Rectangle 4957">
            <a:extLst>
              <a:ext uri="{FF2B5EF4-FFF2-40B4-BE49-F238E27FC236}">
                <a16:creationId xmlns:a16="http://schemas.microsoft.com/office/drawing/2014/main" id="{941E3FA7-D73E-6984-BB33-66FC92F7C97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9" name="Rectangle 4968">
            <a:extLst>
              <a:ext uri="{FF2B5EF4-FFF2-40B4-BE49-F238E27FC236}">
                <a16:creationId xmlns:a16="http://schemas.microsoft.com/office/drawing/2014/main" id="{08304C1D-1D4D-6380-4662-CB7BF631A610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81" name="Rectangle 4980">
            <a:extLst>
              <a:ext uri="{FF2B5EF4-FFF2-40B4-BE49-F238E27FC236}">
                <a16:creationId xmlns:a16="http://schemas.microsoft.com/office/drawing/2014/main" id="{BB5782D9-3114-7808-1EE7-E90F0E34E8A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94" name="Rectangle: Rounded Corners 4993">
            <a:extLst>
              <a:ext uri="{FF2B5EF4-FFF2-40B4-BE49-F238E27FC236}">
                <a16:creationId xmlns:a16="http://schemas.microsoft.com/office/drawing/2014/main" id="{82E27DDD-C343-52E9-6B6F-B7675D45E55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PODCAST DAY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08" name="Rectangle 5007">
            <a:extLst>
              <a:ext uri="{FF2B5EF4-FFF2-40B4-BE49-F238E27FC236}">
                <a16:creationId xmlns:a16="http://schemas.microsoft.com/office/drawing/2014/main" id="{B0A60C58-FD19-5DA3-A019-77930D8FE4D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Podcast: chi ascolta di più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D322528A-0FA1-A984-49E8-7955778487C7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degli ascoltatori mensili per fascia d'età, 2022 vs 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39" name="Rectangle 5038">
            <a:extLst>
              <a:ext uri="{FF2B5EF4-FFF2-40B4-BE49-F238E27FC236}">
                <a16:creationId xmlns:a16="http://schemas.microsoft.com/office/drawing/2014/main" id="{4B8B2E56-CF1C-F683-E433-4AB0D81032A5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56" name="Rectangle: Rounded Corners 5055">
            <a:extLst>
              <a:ext uri="{FF2B5EF4-FFF2-40B4-BE49-F238E27FC236}">
                <a16:creationId xmlns:a16="http://schemas.microsoft.com/office/drawing/2014/main" id="{A658B97B-CF5A-2711-100B-CB05F8EFC18A}"/>
              </a:ext>
            </a:extLst>
          </p:cNvPr>
          <p:cNvSpPr/>
          <p:nvPr/>
        </p:nvSpPr>
        <p:spPr>
          <a:xfrm>
            <a:off x="500000" y="2000000"/>
            <a:ext cx="71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4" name="Rectangle: Rounded Corners 5073">
            <a:extLst>
              <a:ext uri="{FF2B5EF4-FFF2-40B4-BE49-F238E27FC236}">
                <a16:creationId xmlns:a16="http://schemas.microsoft.com/office/drawing/2014/main" id="{1013BFE9-8AEA-9A52-6C36-425D32E87CA0}"/>
              </a:ext>
            </a:extLst>
          </p:cNvPr>
          <p:cNvSpPr/>
          <p:nvPr/>
        </p:nvSpPr>
        <p:spPr>
          <a:xfrm>
            <a:off x="550000" y="2050000"/>
            <a:ext cx="70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3" name="Rectangle 5092">
            <a:extLst>
              <a:ext uri="{FF2B5EF4-FFF2-40B4-BE49-F238E27FC236}">
                <a16:creationId xmlns:a16="http://schemas.microsoft.com/office/drawing/2014/main" id="{F1E56F30-0709-DF84-D9C5-AD25AF184DCC}"/>
              </a:ext>
            </a:extLst>
          </p:cNvPr>
          <p:cNvSpPr/>
          <p:nvPr/>
        </p:nvSpPr>
        <p:spPr>
          <a:xfrm>
            <a:off x="650000" y="2100000"/>
            <a:ext cx="68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Gli under 35 guidano la crescita: +8%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13" name="Rectangle 5112">
            <a:extLst>
              <a:ext uri="{FF2B5EF4-FFF2-40B4-BE49-F238E27FC236}">
                <a16:creationId xmlns:a16="http://schemas.microsoft.com/office/drawing/2014/main" id="{3D28B8FF-DEE8-BAD0-28D1-592CF7E518FE}"/>
              </a:ext>
            </a:extLst>
          </p:cNvPr>
          <p:cNvSpPr/>
          <p:nvPr/>
        </p:nvSpPr>
        <p:spPr>
          <a:xfrm>
            <a:off x="550000" y="3000000"/>
            <a:ext cx="13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FASCIA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8BC14DD2-B647-EC63-9CC7-4EA7FB6EBFEF}"/>
              </a:ext>
            </a:extLst>
          </p:cNvPr>
          <p:cNvSpPr/>
          <p:nvPr/>
        </p:nvSpPr>
        <p:spPr>
          <a:xfrm>
            <a:off x="1950000" y="3000000"/>
            <a:ext cx="3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ASCOLTO MENSILE 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56" name="Rectangle 5155">
            <a:extLst>
              <a:ext uri="{FF2B5EF4-FFF2-40B4-BE49-F238E27FC236}">
                <a16:creationId xmlns:a16="http://schemas.microsoft.com/office/drawing/2014/main" id="{91B03C1D-6E06-C340-D341-4B0210980C1B}"/>
              </a:ext>
            </a:extLst>
          </p:cNvPr>
          <p:cNvSpPr/>
          <p:nvPr/>
        </p:nvSpPr>
        <p:spPr>
          <a:xfrm>
            <a:off x="6350000" y="3000000"/>
            <a:ext cx="12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CRESCITA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79" name="Rectangle 5178">
            <a:extLst>
              <a:ext uri="{FF2B5EF4-FFF2-40B4-BE49-F238E27FC236}">
                <a16:creationId xmlns:a16="http://schemas.microsoft.com/office/drawing/2014/main" id="{886BCCDA-4953-29AF-72BE-29ACF9B077FB}"/>
              </a:ext>
            </a:extLst>
          </p:cNvPr>
          <p:cNvSpPr/>
          <p:nvPr/>
        </p:nvSpPr>
        <p:spPr>
          <a:xfrm>
            <a:off x="550000" y="341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15-24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03" name="Flowchart: Terminator 5202">
            <a:extLst>
              <a:ext uri="{FF2B5EF4-FFF2-40B4-BE49-F238E27FC236}">
                <a16:creationId xmlns:a16="http://schemas.microsoft.com/office/drawing/2014/main" id="{816F3AB0-7606-DE9B-5A0C-0113656B540A}"/>
              </a:ext>
            </a:extLst>
          </p:cNvPr>
          <p:cNvSpPr/>
          <p:nvPr/>
        </p:nvSpPr>
        <p:spPr>
          <a:xfrm>
            <a:off x="1950000" y="3420000"/>
            <a:ext cx="3473076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28" name="Rectangle 5227">
            <a:extLst>
              <a:ext uri="{FF2B5EF4-FFF2-40B4-BE49-F238E27FC236}">
                <a16:creationId xmlns:a16="http://schemas.microsoft.com/office/drawing/2014/main" id="{7CA21010-BBBF-40DA-6070-028964943C24}"/>
              </a:ext>
            </a:extLst>
          </p:cNvPr>
          <p:cNvSpPr/>
          <p:nvPr/>
        </p:nvSpPr>
        <p:spPr>
          <a:xfrm>
            <a:off x="6350000" y="341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54" name="Rectangle 5253">
            <a:extLst>
              <a:ext uri="{FF2B5EF4-FFF2-40B4-BE49-F238E27FC236}">
                <a16:creationId xmlns:a16="http://schemas.microsoft.com/office/drawing/2014/main" id="{1CF318A7-B3F4-AF74-DDF3-C7646BF222D1}"/>
              </a:ext>
            </a:extLst>
          </p:cNvPr>
          <p:cNvSpPr/>
          <p:nvPr/>
        </p:nvSpPr>
        <p:spPr>
          <a:xfrm>
            <a:off x="550000" y="39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25-34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81" name="Flowchart: Terminator 5280">
            <a:extLst>
              <a:ext uri="{FF2B5EF4-FFF2-40B4-BE49-F238E27FC236}">
                <a16:creationId xmlns:a16="http://schemas.microsoft.com/office/drawing/2014/main" id="{5E209A64-C5DD-1945-A0AA-9594BCC649B6}"/>
              </a:ext>
            </a:extLst>
          </p:cNvPr>
          <p:cNvSpPr/>
          <p:nvPr/>
        </p:nvSpPr>
        <p:spPr>
          <a:xfrm>
            <a:off x="1950000" y="3950000"/>
            <a:ext cx="3876923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09" name="Rectangle 5308">
            <a:extLst>
              <a:ext uri="{FF2B5EF4-FFF2-40B4-BE49-F238E27FC236}">
                <a16:creationId xmlns:a16="http://schemas.microsoft.com/office/drawing/2014/main" id="{F807974C-6FB7-3845-E90D-072C8922A6C2}"/>
              </a:ext>
            </a:extLst>
          </p:cNvPr>
          <p:cNvSpPr/>
          <p:nvPr/>
        </p:nvSpPr>
        <p:spPr>
          <a:xfrm>
            <a:off x="6350000" y="394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38" name="Rectangle 5337">
            <a:extLst>
              <a:ext uri="{FF2B5EF4-FFF2-40B4-BE49-F238E27FC236}">
                <a16:creationId xmlns:a16="http://schemas.microsoft.com/office/drawing/2014/main" id="{4AC46AD4-11D5-50B8-4EC3-313E75CC6A21}"/>
              </a:ext>
            </a:extLst>
          </p:cNvPr>
          <p:cNvSpPr/>
          <p:nvPr/>
        </p:nvSpPr>
        <p:spPr>
          <a:xfrm>
            <a:off x="550000" y="447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35-44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68" name="Flowchart: Terminator 5367">
            <a:extLst>
              <a:ext uri="{FF2B5EF4-FFF2-40B4-BE49-F238E27FC236}">
                <a16:creationId xmlns:a16="http://schemas.microsoft.com/office/drawing/2014/main" id="{224B426E-6A10-1C6F-EB18-549357DBEA8D}"/>
              </a:ext>
            </a:extLst>
          </p:cNvPr>
          <p:cNvSpPr/>
          <p:nvPr/>
        </p:nvSpPr>
        <p:spPr>
          <a:xfrm>
            <a:off x="1950000" y="4480000"/>
            <a:ext cx="2826923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99" name="Rectangle 5398">
            <a:extLst>
              <a:ext uri="{FF2B5EF4-FFF2-40B4-BE49-F238E27FC236}">
                <a16:creationId xmlns:a16="http://schemas.microsoft.com/office/drawing/2014/main" id="{F03DE298-34AA-3058-4749-A284136FA540}"/>
              </a:ext>
            </a:extLst>
          </p:cNvPr>
          <p:cNvSpPr/>
          <p:nvPr/>
        </p:nvSpPr>
        <p:spPr>
          <a:xfrm>
            <a:off x="6350000" y="44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31" name="Rectangle 5430">
            <a:extLst>
              <a:ext uri="{FF2B5EF4-FFF2-40B4-BE49-F238E27FC236}">
                <a16:creationId xmlns:a16="http://schemas.microsoft.com/office/drawing/2014/main" id="{165BA626-7777-E0E7-C265-B7BEFF3538A4}"/>
              </a:ext>
            </a:extLst>
          </p:cNvPr>
          <p:cNvSpPr/>
          <p:nvPr/>
        </p:nvSpPr>
        <p:spPr>
          <a:xfrm>
            <a:off x="550000" y="50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45-54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64" name="Flowchart: Terminator 5463">
            <a:extLst>
              <a:ext uri="{FF2B5EF4-FFF2-40B4-BE49-F238E27FC236}">
                <a16:creationId xmlns:a16="http://schemas.microsoft.com/office/drawing/2014/main" id="{145404DD-6FBC-E63F-55CE-A4A22765D25B}"/>
              </a:ext>
            </a:extLst>
          </p:cNvPr>
          <p:cNvSpPr/>
          <p:nvPr/>
        </p:nvSpPr>
        <p:spPr>
          <a:xfrm>
            <a:off x="1950000" y="5010000"/>
            <a:ext cx="2019230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98" name="Rectangle 5497">
            <a:extLst>
              <a:ext uri="{FF2B5EF4-FFF2-40B4-BE49-F238E27FC236}">
                <a16:creationId xmlns:a16="http://schemas.microsoft.com/office/drawing/2014/main" id="{A2E6A9D3-0FD6-8CA5-5653-EB331B2CBCA5}"/>
              </a:ext>
            </a:extLst>
          </p:cNvPr>
          <p:cNvSpPr/>
          <p:nvPr/>
        </p:nvSpPr>
        <p:spPr>
          <a:xfrm>
            <a:off x="6350000" y="500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33" name="Rectangle 5532">
            <a:extLst>
              <a:ext uri="{FF2B5EF4-FFF2-40B4-BE49-F238E27FC236}">
                <a16:creationId xmlns:a16="http://schemas.microsoft.com/office/drawing/2014/main" id="{6C2CEF3D-FAD6-42B0-CF32-3FF367DEFC90}"/>
              </a:ext>
            </a:extLst>
          </p:cNvPr>
          <p:cNvSpPr/>
          <p:nvPr/>
        </p:nvSpPr>
        <p:spPr>
          <a:xfrm>
            <a:off x="550000" y="553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55+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69" name="Flowchart: Terminator 5568">
            <a:extLst>
              <a:ext uri="{FF2B5EF4-FFF2-40B4-BE49-F238E27FC236}">
                <a16:creationId xmlns:a16="http://schemas.microsoft.com/office/drawing/2014/main" id="{7BF76C62-23EE-823D-03FE-2C47446E0D65}"/>
              </a:ext>
            </a:extLst>
          </p:cNvPr>
          <p:cNvSpPr/>
          <p:nvPr/>
        </p:nvSpPr>
        <p:spPr>
          <a:xfrm>
            <a:off x="1950000" y="5540000"/>
            <a:ext cx="1211538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06" name="Rectangle 5605">
            <a:extLst>
              <a:ext uri="{FF2B5EF4-FFF2-40B4-BE49-F238E27FC236}">
                <a16:creationId xmlns:a16="http://schemas.microsoft.com/office/drawing/2014/main" id="{C8E7F46F-C1C5-2F1C-A63A-082C7BD392B2}"/>
              </a:ext>
            </a:extLst>
          </p:cNvPr>
          <p:cNvSpPr/>
          <p:nvPr/>
        </p:nvSpPr>
        <p:spPr>
          <a:xfrm>
            <a:off x="6350000" y="55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44" name="Rectangle: Rounded Corners 5643">
            <a:extLst>
              <a:ext uri="{FF2B5EF4-FFF2-40B4-BE49-F238E27FC236}">
                <a16:creationId xmlns:a16="http://schemas.microsoft.com/office/drawing/2014/main" id="{D4BF1644-11C2-699B-5EE6-9B898B5C86AC}"/>
              </a:ext>
            </a:extLst>
          </p:cNvPr>
          <p:cNvSpPr/>
          <p:nvPr/>
        </p:nvSpPr>
        <p:spPr>
          <a:xfrm>
            <a:off x="7900000" y="2000000"/>
            <a:ext cx="379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3" name="Rectangle: Rounded Corners 5682">
            <a:extLst>
              <a:ext uri="{FF2B5EF4-FFF2-40B4-BE49-F238E27FC236}">
                <a16:creationId xmlns:a16="http://schemas.microsoft.com/office/drawing/2014/main" id="{DD68D5E8-3F25-50A1-EAC6-B78DECB15E21}"/>
              </a:ext>
            </a:extLst>
          </p:cNvPr>
          <p:cNvSpPr/>
          <p:nvPr/>
        </p:nvSpPr>
        <p:spPr>
          <a:xfrm>
            <a:off x="7950000" y="2050000"/>
            <a:ext cx="369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3" name="Rectangle 5722">
            <a:extLst>
              <a:ext uri="{FF2B5EF4-FFF2-40B4-BE49-F238E27FC236}">
                <a16:creationId xmlns:a16="http://schemas.microsoft.com/office/drawing/2014/main" id="{94E78252-52B6-70AE-B961-8CE6638D7DDB}"/>
              </a:ext>
            </a:extLst>
          </p:cNvPr>
          <p:cNvSpPr/>
          <p:nvPr/>
        </p:nvSpPr>
        <p:spPr>
          <a:xfrm>
            <a:off x="8150000" y="2280000"/>
            <a:ext cx="329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Ascoltatori mensili in Italia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764" name="Rectangle 5763">
            <a:extLst>
              <a:ext uri="{FF2B5EF4-FFF2-40B4-BE49-F238E27FC236}">
                <a16:creationId xmlns:a16="http://schemas.microsoft.com/office/drawing/2014/main" id="{BD96A10D-9291-3312-0006-09C6C762A0E2}"/>
              </a:ext>
            </a:extLst>
          </p:cNvPr>
          <p:cNvSpPr/>
          <p:nvPr/>
        </p:nvSpPr>
        <p:spPr>
          <a:xfrm>
            <a:off x="8150000" y="2720000"/>
            <a:ext cx="329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5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06" name="Rectangle 5805">
            <a:extLst>
              <a:ext uri="{FF2B5EF4-FFF2-40B4-BE49-F238E27FC236}">
                <a16:creationId xmlns:a16="http://schemas.microsoft.com/office/drawing/2014/main" id="{87AE10C6-FFA4-507B-EA07-9EAE206FF616}"/>
              </a:ext>
            </a:extLst>
          </p:cNvPr>
          <p:cNvSpPr/>
          <p:nvPr/>
        </p:nvSpPr>
        <p:spPr>
          <a:xfrm>
            <a:off x="8150000" y="3680000"/>
            <a:ext cx="3290000" cy="6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ascoltano almeno un podcast al mese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49" name="Rectangle 5848">
            <a:extLst>
              <a:ext uri="{FF2B5EF4-FFF2-40B4-BE49-F238E27FC236}">
                <a16:creationId xmlns:a16="http://schemas.microsoft.com/office/drawing/2014/main" id="{B3C19661-4A26-FA51-AB20-388993C11FF3}"/>
              </a:ext>
            </a:extLst>
          </p:cNvPr>
          <p:cNvSpPr/>
          <p:nvPr/>
        </p:nvSpPr>
        <p:spPr>
          <a:xfrm>
            <a:off x="8200000" y="45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93" name="Flowchart: Terminator 5892">
            <a:extLst>
              <a:ext uri="{FF2B5EF4-FFF2-40B4-BE49-F238E27FC236}">
                <a16:creationId xmlns:a16="http://schemas.microsoft.com/office/drawing/2014/main" id="{D30639E6-4A8F-A9BF-8802-6D8FA6CDDA99}"/>
              </a:ext>
            </a:extLst>
          </p:cNvPr>
          <p:cNvSpPr/>
          <p:nvPr/>
        </p:nvSpPr>
        <p:spPr>
          <a:xfrm>
            <a:off x="9000000" y="4550000"/>
            <a:ext cx="2297872" cy="400000"/>
          </a:xfrm>
          <a:prstGeom prst="flowChartTerminator">
            <a:avLst/>
          </a:prstGeom>
          <a:solidFill>
            <a:srgbClr val="7FA9C9"/>
          </a:solidFill>
          <a:ln>
            <a:solidFill>
              <a:srgbClr val="7FA9C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9,0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38" name="Rectangle 5937">
            <a:extLst>
              <a:ext uri="{FF2B5EF4-FFF2-40B4-BE49-F238E27FC236}">
                <a16:creationId xmlns:a16="http://schemas.microsoft.com/office/drawing/2014/main" id="{2DD0F733-548C-357C-017E-2EE6535BC467}"/>
              </a:ext>
            </a:extLst>
          </p:cNvPr>
          <p:cNvSpPr/>
          <p:nvPr/>
        </p:nvSpPr>
        <p:spPr>
          <a:xfrm>
            <a:off x="8200000" y="51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84" name="Flowchart: Terminator 5983">
            <a:extLst>
              <a:ext uri="{FF2B5EF4-FFF2-40B4-BE49-F238E27FC236}">
                <a16:creationId xmlns:a16="http://schemas.microsoft.com/office/drawing/2014/main" id="{8FF9420D-ADF8-2943-55C7-58F6CC65BC77}"/>
              </a:ext>
            </a:extLst>
          </p:cNvPr>
          <p:cNvSpPr/>
          <p:nvPr/>
        </p:nvSpPr>
        <p:spPr>
          <a:xfrm>
            <a:off x="9000000" y="5150000"/>
            <a:ext cx="2400000" cy="4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9,4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3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5" name="Rectangle 5984">
            <a:extLst>
              <a:ext uri="{FF2B5EF4-FFF2-40B4-BE49-F238E27FC236}">
                <a16:creationId xmlns:a16="http://schemas.microsoft.com/office/drawing/2014/main" id="{58436EE3-FD9D-B467-2287-F6B1611FE241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7" name="Rectangle 5986">
            <a:extLst>
              <a:ext uri="{FF2B5EF4-FFF2-40B4-BE49-F238E27FC236}">
                <a16:creationId xmlns:a16="http://schemas.microsoft.com/office/drawing/2014/main" id="{7BE30B48-541A-ABB4-5C13-9CBEF49B0B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0" name="Rectangle 5989">
            <a:extLst>
              <a:ext uri="{FF2B5EF4-FFF2-40B4-BE49-F238E27FC236}">
                <a16:creationId xmlns:a16="http://schemas.microsoft.com/office/drawing/2014/main" id="{C85BD979-9B9D-083C-EF21-18104BC96CF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4" name="Rectangle 5993">
            <a:extLst>
              <a:ext uri="{FF2B5EF4-FFF2-40B4-BE49-F238E27FC236}">
                <a16:creationId xmlns:a16="http://schemas.microsoft.com/office/drawing/2014/main" id="{C9F79789-6987-E624-5D68-AF6CF75892B1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9" name="Rectangle 5998">
            <a:extLst>
              <a:ext uri="{FF2B5EF4-FFF2-40B4-BE49-F238E27FC236}">
                <a16:creationId xmlns:a16="http://schemas.microsoft.com/office/drawing/2014/main" id="{9E2D37BD-2FE1-DE0F-5254-771F69A15A71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5" name="Rectangle 6004">
            <a:extLst>
              <a:ext uri="{FF2B5EF4-FFF2-40B4-BE49-F238E27FC236}">
                <a16:creationId xmlns:a16="http://schemas.microsoft.com/office/drawing/2014/main" id="{ABCEB00F-D15B-F84D-1C74-425722B039BE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2" name="Rectangle 6011">
            <a:extLst>
              <a:ext uri="{FF2B5EF4-FFF2-40B4-BE49-F238E27FC236}">
                <a16:creationId xmlns:a16="http://schemas.microsoft.com/office/drawing/2014/main" id="{82FEF45F-3697-B949-AF91-FF73F061FA07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0" name="Rectangle 6019">
            <a:extLst>
              <a:ext uri="{FF2B5EF4-FFF2-40B4-BE49-F238E27FC236}">
                <a16:creationId xmlns:a16="http://schemas.microsoft.com/office/drawing/2014/main" id="{FCC90260-665B-9E57-0ADC-9599AE0DE38B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9" name="Rectangle 6028">
            <a:extLst>
              <a:ext uri="{FF2B5EF4-FFF2-40B4-BE49-F238E27FC236}">
                <a16:creationId xmlns:a16="http://schemas.microsoft.com/office/drawing/2014/main" id="{A291468F-0466-6BB8-EDB1-E64936B2730A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9" name="Rectangle 6038">
            <a:extLst>
              <a:ext uri="{FF2B5EF4-FFF2-40B4-BE49-F238E27FC236}">
                <a16:creationId xmlns:a16="http://schemas.microsoft.com/office/drawing/2014/main" id="{E8A49AF9-0DFB-3811-C202-56220DBED64F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0" name="Rectangle 6049">
            <a:extLst>
              <a:ext uri="{FF2B5EF4-FFF2-40B4-BE49-F238E27FC236}">
                <a16:creationId xmlns:a16="http://schemas.microsoft.com/office/drawing/2014/main" id="{5BDDDB1F-8EE0-667D-8D55-6499AC1CFE02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62" name="Rectangle 6061">
            <a:extLst>
              <a:ext uri="{FF2B5EF4-FFF2-40B4-BE49-F238E27FC236}">
                <a16:creationId xmlns:a16="http://schemas.microsoft.com/office/drawing/2014/main" id="{73E12FBF-4C17-6783-D35F-D756D3F112E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75" name="Rectangle: Rounded Corners 6074">
            <a:extLst>
              <a:ext uri="{FF2B5EF4-FFF2-40B4-BE49-F238E27FC236}">
                <a16:creationId xmlns:a16="http://schemas.microsoft.com/office/drawing/2014/main" id="{E48A198F-ED39-3995-9300-160408E619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FOOD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89" name="Rectangle 6088">
            <a:extLst>
              <a:ext uri="{FF2B5EF4-FFF2-40B4-BE49-F238E27FC236}">
                <a16:creationId xmlns:a16="http://schemas.microsoft.com/office/drawing/2014/main" id="{B26CC882-0B60-4297-F91C-7A5F469C2792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spesa alimentare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04" name="Rectangle 6103">
            <a:extLst>
              <a:ext uri="{FF2B5EF4-FFF2-40B4-BE49-F238E27FC236}">
                <a16:creationId xmlns:a16="http://schemas.microsoft.com/office/drawing/2014/main" id="{8F47E601-75AB-5F1F-6632-0C7233321F7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Il canale online nel settore food &amp; grocery in Italia, anno 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20" name="Rectangle 6119">
            <a:extLst>
              <a:ext uri="{FF2B5EF4-FFF2-40B4-BE49-F238E27FC236}">
                <a16:creationId xmlns:a16="http://schemas.microsoft.com/office/drawing/2014/main" id="{F640AE66-5D8E-E9EB-72F6-78064530A6F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37" name="Rectangle: Rounded Corners 6136">
            <a:extLst>
              <a:ext uri="{FF2B5EF4-FFF2-40B4-BE49-F238E27FC236}">
                <a16:creationId xmlns:a16="http://schemas.microsoft.com/office/drawing/2014/main" id="{068B3550-925A-5D33-C00F-A096246D9C4E}"/>
              </a:ext>
            </a:extLst>
          </p:cNvPr>
          <p:cNvSpPr/>
          <p:nvPr/>
        </p:nvSpPr>
        <p:spPr>
          <a:xfrm>
            <a:off x="500000" y="1970000"/>
            <a:ext cx="11190000" cy="76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: Rounded Corners 6154">
            <a:extLst>
              <a:ext uri="{FF2B5EF4-FFF2-40B4-BE49-F238E27FC236}">
                <a16:creationId xmlns:a16="http://schemas.microsoft.com/office/drawing/2014/main" id="{8B419D33-4E81-286C-FC45-B7A54E9FE257}"/>
              </a:ext>
            </a:extLst>
          </p:cNvPr>
          <p:cNvSpPr/>
          <p:nvPr/>
        </p:nvSpPr>
        <p:spPr>
          <a:xfrm>
            <a:off x="550000" y="2020000"/>
            <a:ext cx="11090000" cy="66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4" name="Rectangle 6173">
            <a:extLst>
              <a:ext uri="{FF2B5EF4-FFF2-40B4-BE49-F238E27FC236}">
                <a16:creationId xmlns:a16="http://schemas.microsoft.com/office/drawing/2014/main" id="{071B6930-CF2C-C0A1-21C8-8AFBD0C39B09}"/>
              </a:ext>
            </a:extLst>
          </p:cNvPr>
          <p:cNvSpPr/>
          <p:nvPr/>
        </p:nvSpPr>
        <p:spPr>
          <a:xfrm>
            <a:off x="650000" y="2070000"/>
            <a:ext cx="1089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Più di un italiano su quattro fa la spesa online almeno una volta al mese (dato 2023)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94" name="Rectangle: Rounded Corners 6193">
            <a:extLst>
              <a:ext uri="{FF2B5EF4-FFF2-40B4-BE49-F238E27FC236}">
                <a16:creationId xmlns:a16="http://schemas.microsoft.com/office/drawing/2014/main" id="{E7A7CB48-3AA0-9291-97D2-488C6E3E8CE6}"/>
              </a:ext>
            </a:extLst>
          </p:cNvPr>
          <p:cNvSpPr/>
          <p:nvPr/>
        </p:nvSpPr>
        <p:spPr>
          <a:xfrm>
            <a:off x="500000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5" name="Rectangle: Rounded Corners 6214">
            <a:extLst>
              <a:ext uri="{FF2B5EF4-FFF2-40B4-BE49-F238E27FC236}">
                <a16:creationId xmlns:a16="http://schemas.microsoft.com/office/drawing/2014/main" id="{F6A3C658-B9E8-B243-53EF-766DC4419B8D}"/>
              </a:ext>
            </a:extLst>
          </p:cNvPr>
          <p:cNvSpPr/>
          <p:nvPr/>
        </p:nvSpPr>
        <p:spPr>
          <a:xfrm>
            <a:off x="550000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7" name="Oval 6236">
            <a:extLst>
              <a:ext uri="{FF2B5EF4-FFF2-40B4-BE49-F238E27FC236}">
                <a16:creationId xmlns:a16="http://schemas.microsoft.com/office/drawing/2014/main" id="{4F5020AF-81C1-D1F5-CCD5-27892D1FB731}"/>
              </a:ext>
            </a:extLst>
          </p:cNvPr>
          <p:cNvSpPr/>
          <p:nvPr/>
        </p:nvSpPr>
        <p:spPr>
          <a:xfrm>
            <a:off x="800000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0" name="Trapezoid 6259">
            <a:extLst>
              <a:ext uri="{FF2B5EF4-FFF2-40B4-BE49-F238E27FC236}">
                <a16:creationId xmlns:a16="http://schemas.microsoft.com/office/drawing/2014/main" id="{A2DA8BA0-B88C-266F-335B-FF2BCBF72800}"/>
              </a:ext>
            </a:extLst>
          </p:cNvPr>
          <p:cNvSpPr/>
          <p:nvPr/>
        </p:nvSpPr>
        <p:spPr>
          <a:xfrm rot="10800000">
            <a:off x="1000000" y="3440000"/>
            <a:ext cx="420000" cy="240000"/>
          </a:xfrm>
          <a:prstGeom prst="trapezoid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4" name="Rectangle 6283">
            <a:extLst>
              <a:ext uri="{FF2B5EF4-FFF2-40B4-BE49-F238E27FC236}">
                <a16:creationId xmlns:a16="http://schemas.microsoft.com/office/drawing/2014/main" id="{C7F0A98C-24A9-2779-B4FE-CB35F12ACB8E}"/>
              </a:ext>
            </a:extLst>
          </p:cNvPr>
          <p:cNvSpPr/>
          <p:nvPr/>
        </p:nvSpPr>
        <p:spPr>
          <a:xfrm>
            <a:off x="930000" y="3400000"/>
            <a:ext cx="120000" cy="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9" name="Oval 6308">
            <a:extLst>
              <a:ext uri="{FF2B5EF4-FFF2-40B4-BE49-F238E27FC236}">
                <a16:creationId xmlns:a16="http://schemas.microsoft.com/office/drawing/2014/main" id="{B424A97C-3ABD-8D2C-65D4-DC233859BA38}"/>
              </a:ext>
            </a:extLst>
          </p:cNvPr>
          <p:cNvSpPr/>
          <p:nvPr/>
        </p:nvSpPr>
        <p:spPr>
          <a:xfrm>
            <a:off x="107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5" name="Oval 6334">
            <a:extLst>
              <a:ext uri="{FF2B5EF4-FFF2-40B4-BE49-F238E27FC236}">
                <a16:creationId xmlns:a16="http://schemas.microsoft.com/office/drawing/2014/main" id="{1ED8499E-69BC-50DD-EE0C-953C48533318}"/>
              </a:ext>
            </a:extLst>
          </p:cNvPr>
          <p:cNvSpPr/>
          <p:nvPr/>
        </p:nvSpPr>
        <p:spPr>
          <a:xfrm>
            <a:off x="128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2" name="Rectangle 6361">
            <a:extLst>
              <a:ext uri="{FF2B5EF4-FFF2-40B4-BE49-F238E27FC236}">
                <a16:creationId xmlns:a16="http://schemas.microsoft.com/office/drawing/2014/main" id="{D67418BD-25AF-D251-5841-B89904976892}"/>
              </a:ext>
            </a:extLst>
          </p:cNvPr>
          <p:cNvSpPr/>
          <p:nvPr/>
        </p:nvSpPr>
        <p:spPr>
          <a:xfrm>
            <a:off x="1750000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SPESA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390" name="Rectangle 6389">
            <a:extLst>
              <a:ext uri="{FF2B5EF4-FFF2-40B4-BE49-F238E27FC236}">
                <a16:creationId xmlns:a16="http://schemas.microsoft.com/office/drawing/2014/main" id="{A3B30931-C6EC-3507-1BCF-7EA6B5E641C9}"/>
              </a:ext>
            </a:extLst>
          </p:cNvPr>
          <p:cNvSpPr/>
          <p:nvPr/>
        </p:nvSpPr>
        <p:spPr>
          <a:xfrm>
            <a:off x="750000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4,3 mld €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419" name="Rectangle 6418">
            <a:extLst>
              <a:ext uri="{FF2B5EF4-FFF2-40B4-BE49-F238E27FC236}">
                <a16:creationId xmlns:a16="http://schemas.microsoft.com/office/drawing/2014/main" id="{72782874-012F-94E4-6142-F25543A85A84}"/>
              </a:ext>
            </a:extLst>
          </p:cNvPr>
          <p:cNvSpPr/>
          <p:nvPr/>
        </p:nvSpPr>
        <p:spPr>
          <a:xfrm>
            <a:off x="750000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spesa annua online nel food</a:t>
            </a:r>
            <a:endParaRPr lang="en-US"/>
          </a:p>
        </p:txBody>
      </p:sp>
      <p:sp>
        <p:nvSpPr>
          <p:cNvPr id="6449" name="Rectangle: Rounded Corners 6448">
            <a:extLst>
              <a:ext uri="{FF2B5EF4-FFF2-40B4-BE49-F238E27FC236}">
                <a16:creationId xmlns:a16="http://schemas.microsoft.com/office/drawing/2014/main" id="{9373046C-AA7F-90FF-8928-C3805DAA9798}"/>
              </a:ext>
            </a:extLst>
          </p:cNvPr>
          <p:cNvSpPr/>
          <p:nvPr/>
        </p:nvSpPr>
        <p:spPr>
          <a:xfrm>
            <a:off x="4296667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0" name="Rectangle: Rounded Corners 6479">
            <a:extLst>
              <a:ext uri="{FF2B5EF4-FFF2-40B4-BE49-F238E27FC236}">
                <a16:creationId xmlns:a16="http://schemas.microsoft.com/office/drawing/2014/main" id="{42AEAEED-1818-614B-8FD3-2A4BF1FFE0AB}"/>
              </a:ext>
            </a:extLst>
          </p:cNvPr>
          <p:cNvSpPr/>
          <p:nvPr/>
        </p:nvSpPr>
        <p:spPr>
          <a:xfrm>
            <a:off x="4346667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2" name="Oval 6511">
            <a:extLst>
              <a:ext uri="{FF2B5EF4-FFF2-40B4-BE49-F238E27FC236}">
                <a16:creationId xmlns:a16="http://schemas.microsoft.com/office/drawing/2014/main" id="{C594D058-7AD7-3218-3A9C-9A5FE927056E}"/>
              </a:ext>
            </a:extLst>
          </p:cNvPr>
          <p:cNvSpPr/>
          <p:nvPr/>
        </p:nvSpPr>
        <p:spPr>
          <a:xfrm>
            <a:off x="4596667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5" name="Oval 6544">
            <a:extLst>
              <a:ext uri="{FF2B5EF4-FFF2-40B4-BE49-F238E27FC236}">
                <a16:creationId xmlns:a16="http://schemas.microsoft.com/office/drawing/2014/main" id="{170D5DF6-DECE-E81D-0526-097FB7F456A4}"/>
              </a:ext>
            </a:extLst>
          </p:cNvPr>
          <p:cNvSpPr/>
          <p:nvPr/>
        </p:nvSpPr>
        <p:spPr>
          <a:xfrm>
            <a:off x="4766667" y="3370000"/>
            <a:ext cx="460000" cy="46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9" name="Rectangle 6578">
            <a:extLst>
              <a:ext uri="{FF2B5EF4-FFF2-40B4-BE49-F238E27FC236}">
                <a16:creationId xmlns:a16="http://schemas.microsoft.com/office/drawing/2014/main" id="{12C4E6EC-AFBA-6CA1-5800-113928146576}"/>
              </a:ext>
            </a:extLst>
          </p:cNvPr>
          <p:cNvSpPr/>
          <p:nvPr/>
        </p:nvSpPr>
        <p:spPr>
          <a:xfrm>
            <a:off x="4981667" y="3450000"/>
            <a:ext cx="30000" cy="17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4" name="Rectangle 6613">
            <a:extLst>
              <a:ext uri="{FF2B5EF4-FFF2-40B4-BE49-F238E27FC236}">
                <a16:creationId xmlns:a16="http://schemas.microsoft.com/office/drawing/2014/main" id="{69FCA638-F3F3-9C92-FA6C-D398E9C63B89}"/>
              </a:ext>
            </a:extLst>
          </p:cNvPr>
          <p:cNvSpPr/>
          <p:nvPr/>
        </p:nvSpPr>
        <p:spPr>
          <a:xfrm>
            <a:off x="4981667" y="3585000"/>
            <a:ext cx="150000" cy="3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0" name="Rectangle 6649">
            <a:extLst>
              <a:ext uri="{FF2B5EF4-FFF2-40B4-BE49-F238E27FC236}">
                <a16:creationId xmlns:a16="http://schemas.microsoft.com/office/drawing/2014/main" id="{D550FFDC-DA98-ADA0-D21B-4D16C8F900A8}"/>
              </a:ext>
            </a:extLst>
          </p:cNvPr>
          <p:cNvSpPr/>
          <p:nvPr/>
        </p:nvSpPr>
        <p:spPr>
          <a:xfrm>
            <a:off x="5546667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TEMPO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687" name="Rectangle 6686">
            <a:extLst>
              <a:ext uri="{FF2B5EF4-FFF2-40B4-BE49-F238E27FC236}">
                <a16:creationId xmlns:a16="http://schemas.microsoft.com/office/drawing/2014/main" id="{967B4C4E-FACB-851B-2CA1-4954C922ABA2}"/>
              </a:ext>
            </a:extLst>
          </p:cNvPr>
          <p:cNvSpPr/>
          <p:nvPr/>
        </p:nvSpPr>
        <p:spPr>
          <a:xfrm>
            <a:off x="4546667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40 min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25" name="Rectangle 6724">
            <a:extLst>
              <a:ext uri="{FF2B5EF4-FFF2-40B4-BE49-F238E27FC236}">
                <a16:creationId xmlns:a16="http://schemas.microsoft.com/office/drawing/2014/main" id="{545B2C93-061D-1253-DB0E-05F40B7083BE}"/>
              </a:ext>
            </a:extLst>
          </p:cNvPr>
          <p:cNvSpPr/>
          <p:nvPr/>
        </p:nvSpPr>
        <p:spPr>
          <a:xfrm>
            <a:off x="4546667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minuti medi per ordine</a:t>
            </a:r>
            <a:endParaRPr lang="en-US"/>
          </a:p>
        </p:txBody>
      </p:sp>
      <p:sp>
        <p:nvSpPr>
          <p:cNvPr id="6764" name="Rectangle: Rounded Corners 6763">
            <a:extLst>
              <a:ext uri="{FF2B5EF4-FFF2-40B4-BE49-F238E27FC236}">
                <a16:creationId xmlns:a16="http://schemas.microsoft.com/office/drawing/2014/main" id="{0E44E8E2-C9EE-5EA5-3DB7-1F10E51BA220}"/>
              </a:ext>
            </a:extLst>
          </p:cNvPr>
          <p:cNvSpPr/>
          <p:nvPr/>
        </p:nvSpPr>
        <p:spPr>
          <a:xfrm>
            <a:off x="8093333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4" name="Rectangle: Rounded Corners 6803">
            <a:extLst>
              <a:ext uri="{FF2B5EF4-FFF2-40B4-BE49-F238E27FC236}">
                <a16:creationId xmlns:a16="http://schemas.microsoft.com/office/drawing/2014/main" id="{96B800E0-D39A-62A0-9D27-F3FE54756FDD}"/>
              </a:ext>
            </a:extLst>
          </p:cNvPr>
          <p:cNvSpPr/>
          <p:nvPr/>
        </p:nvSpPr>
        <p:spPr>
          <a:xfrm>
            <a:off x="8143333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5" name="Oval 6844">
            <a:extLst>
              <a:ext uri="{FF2B5EF4-FFF2-40B4-BE49-F238E27FC236}">
                <a16:creationId xmlns:a16="http://schemas.microsoft.com/office/drawing/2014/main" id="{437BEFA3-EAC3-E9D4-95C1-1BF64F566AC0}"/>
              </a:ext>
            </a:extLst>
          </p:cNvPr>
          <p:cNvSpPr/>
          <p:nvPr/>
        </p:nvSpPr>
        <p:spPr>
          <a:xfrm>
            <a:off x="8393333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7" name="Rectangle 6886">
            <a:extLst>
              <a:ext uri="{FF2B5EF4-FFF2-40B4-BE49-F238E27FC236}">
                <a16:creationId xmlns:a16="http://schemas.microsoft.com/office/drawing/2014/main" id="{16CFD342-CF7A-9449-C219-E6A9BC48B9FA}"/>
              </a:ext>
            </a:extLst>
          </p:cNvPr>
          <p:cNvSpPr/>
          <p:nvPr/>
        </p:nvSpPr>
        <p:spPr>
          <a:xfrm>
            <a:off x="8533333" y="3470000"/>
            <a:ext cx="320000" cy="2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0" name="Rectangle 6929">
            <a:extLst>
              <a:ext uri="{FF2B5EF4-FFF2-40B4-BE49-F238E27FC236}">
                <a16:creationId xmlns:a16="http://schemas.microsoft.com/office/drawing/2014/main" id="{253CF250-3FD0-41B2-D4B5-6A7E93ACC974}"/>
              </a:ext>
            </a:extLst>
          </p:cNvPr>
          <p:cNvSpPr/>
          <p:nvPr/>
        </p:nvSpPr>
        <p:spPr>
          <a:xfrm>
            <a:off x="8873333" y="3540000"/>
            <a:ext cx="170000" cy="1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4" name="Oval 6973">
            <a:extLst>
              <a:ext uri="{FF2B5EF4-FFF2-40B4-BE49-F238E27FC236}">
                <a16:creationId xmlns:a16="http://schemas.microsoft.com/office/drawing/2014/main" id="{D7EE57AF-B355-0472-5737-36EDEB333B47}"/>
              </a:ext>
            </a:extLst>
          </p:cNvPr>
          <p:cNvSpPr/>
          <p:nvPr/>
        </p:nvSpPr>
        <p:spPr>
          <a:xfrm>
            <a:off x="85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9" name="Oval 7018">
            <a:extLst>
              <a:ext uri="{FF2B5EF4-FFF2-40B4-BE49-F238E27FC236}">
                <a16:creationId xmlns:a16="http://schemas.microsoft.com/office/drawing/2014/main" id="{213161A3-CD88-E248-5181-AB10F912E37D}"/>
              </a:ext>
            </a:extLst>
          </p:cNvPr>
          <p:cNvSpPr/>
          <p:nvPr/>
        </p:nvSpPr>
        <p:spPr>
          <a:xfrm>
            <a:off x="88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5" name="Rectangle 7064">
            <a:extLst>
              <a:ext uri="{FF2B5EF4-FFF2-40B4-BE49-F238E27FC236}">
                <a16:creationId xmlns:a16="http://schemas.microsoft.com/office/drawing/2014/main" id="{5663CE8E-AD3D-BB91-2F36-E0626AEF3B6F}"/>
              </a:ext>
            </a:extLst>
          </p:cNvPr>
          <p:cNvSpPr/>
          <p:nvPr/>
        </p:nvSpPr>
        <p:spPr>
          <a:xfrm>
            <a:off x="9343333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CONSEGNE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12" name="Rectangle 7111">
            <a:extLst>
              <a:ext uri="{FF2B5EF4-FFF2-40B4-BE49-F238E27FC236}">
                <a16:creationId xmlns:a16="http://schemas.microsoft.com/office/drawing/2014/main" id="{4D72C612-989C-7EA0-215B-979C36C50D55}"/>
              </a:ext>
            </a:extLst>
          </p:cNvPr>
          <p:cNvSpPr/>
          <p:nvPr/>
        </p:nvSpPr>
        <p:spPr>
          <a:xfrm>
            <a:off x="8343333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1,9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0" name="Rectangle 7159">
            <a:extLst>
              <a:ext uri="{FF2B5EF4-FFF2-40B4-BE49-F238E27FC236}">
                <a16:creationId xmlns:a16="http://schemas.microsoft.com/office/drawing/2014/main" id="{E005D76B-B52F-A940-94BD-DB51A3A8BF84}"/>
              </a:ext>
            </a:extLst>
          </p:cNvPr>
          <p:cNvSpPr/>
          <p:nvPr/>
        </p:nvSpPr>
        <p:spPr>
          <a:xfrm>
            <a:off x="8343333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consegne a casa a settimana</a:t>
            </a:r>
            <a:endParaRPr lang="en-US"/>
          </a:p>
        </p:txBody>
      </p:sp>
      <p:sp>
        <p:nvSpPr>
          <p:cNvPr id="7209" name="Rectangle 7208">
            <a:extLst>
              <a:ext uri="{FF2B5EF4-FFF2-40B4-BE49-F238E27FC236}">
                <a16:creationId xmlns:a16="http://schemas.microsoft.com/office/drawing/2014/main" id="{2EF5219B-3995-15C7-B4FE-66296DACE074}"/>
              </a:ext>
            </a:extLst>
          </p:cNvPr>
          <p:cNvSpPr/>
          <p:nvPr/>
        </p:nvSpPr>
        <p:spPr>
          <a:xfrm>
            <a:off x="550000" y="5400000"/>
            <a:ext cx="23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Categorie più</a:t>
            </a:r>
          </a:p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acquistate</a:t>
            </a:r>
            <a:endParaRPr lang="en-US"/>
          </a:p>
        </p:txBody>
      </p:sp>
      <p:sp>
        <p:nvSpPr>
          <p:cNvPr id="7259" name="Rectangle 7258">
            <a:extLst>
              <a:ext uri="{FF2B5EF4-FFF2-40B4-BE49-F238E27FC236}">
                <a16:creationId xmlns:a16="http://schemas.microsoft.com/office/drawing/2014/main" id="{3C2F135E-1801-5F1A-C733-476D2CCCBF2D}"/>
              </a:ext>
            </a:extLst>
          </p:cNvPr>
          <p:cNvSpPr/>
          <p:nvPr/>
        </p:nvSpPr>
        <p:spPr>
          <a:xfrm>
            <a:off x="2900000" y="5450000"/>
            <a:ext cx="2831400" cy="5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Freschi 33%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10" name="Rectangle 7309">
            <a:extLst>
              <a:ext uri="{FF2B5EF4-FFF2-40B4-BE49-F238E27FC236}">
                <a16:creationId xmlns:a16="http://schemas.microsoft.com/office/drawing/2014/main" id="{E0E15745-CC79-9821-5D53-87C3F871A581}"/>
              </a:ext>
            </a:extLst>
          </p:cNvPr>
          <p:cNvSpPr/>
          <p:nvPr/>
        </p:nvSpPr>
        <p:spPr>
          <a:xfrm>
            <a:off x="5771400" y="5450000"/>
            <a:ext cx="2488200" cy="520000"/>
          </a:xfrm>
          <a:prstGeom prst="rect">
            <a:avLst/>
          </a:prstGeom>
          <a:solidFill>
            <a:srgbClr val="4FC3F7"/>
          </a:solidFill>
          <a:ln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Dispensa 29%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62" name="Rectangle 7361">
            <a:extLst>
              <a:ext uri="{FF2B5EF4-FFF2-40B4-BE49-F238E27FC236}">
                <a16:creationId xmlns:a16="http://schemas.microsoft.com/office/drawing/2014/main" id="{7D64816F-68A4-263B-0A94-373A31627D1B}"/>
              </a:ext>
            </a:extLst>
          </p:cNvPr>
          <p:cNvSpPr/>
          <p:nvPr/>
        </p:nvSpPr>
        <p:spPr>
          <a:xfrm>
            <a:off x="8299600" y="5450000"/>
            <a:ext cx="1801800" cy="520000"/>
          </a:xfrm>
          <a:prstGeom prst="rect">
            <a:avLst/>
          </a:prstGeom>
          <a:solidFill>
            <a:srgbClr val="6E8BFF"/>
          </a:solidFill>
          <a:ln>
            <a:solidFill>
              <a:srgbClr val="6E8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Bevande 21%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15" name="Rectangle 7414">
            <a:extLst>
              <a:ext uri="{FF2B5EF4-FFF2-40B4-BE49-F238E27FC236}">
                <a16:creationId xmlns:a16="http://schemas.microsoft.com/office/drawing/2014/main" id="{87493391-F1D9-D976-FF8B-2ABECC7A2C3F}"/>
              </a:ext>
            </a:extLst>
          </p:cNvPr>
          <p:cNvSpPr/>
          <p:nvPr/>
        </p:nvSpPr>
        <p:spPr>
          <a:xfrm>
            <a:off x="10141400" y="5450000"/>
            <a:ext cx="1458600" cy="520000"/>
          </a:xfrm>
          <a:prstGeom prst="rect">
            <a:avLst/>
          </a:prstGeom>
          <a:solidFill>
            <a:srgbClr val="AFC4FF"/>
          </a:solidFill>
          <a:ln>
            <a:solidFill>
              <a:srgbClr val="AFC4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Surgelati 17%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2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Rectangle 1416">
            <a:extLst>
              <a:ext uri="{FF2B5EF4-FFF2-40B4-BE49-F238E27FC236}">
                <a16:creationId xmlns:a16="http://schemas.microsoft.com/office/drawing/2014/main" id="{6009D4BC-1776-6227-3459-60BBA9ECB8A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973592AD-630C-662F-73CE-888173C9903A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3C122E1-4547-44CA-6CA2-629AB7E2E12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6" name="Rectangle 1425">
            <a:extLst>
              <a:ext uri="{FF2B5EF4-FFF2-40B4-BE49-F238E27FC236}">
                <a16:creationId xmlns:a16="http://schemas.microsoft.com/office/drawing/2014/main" id="{827F9AF1-F469-F9E0-4B48-C5745FF69126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Rectangle 1430">
            <a:extLst>
              <a:ext uri="{FF2B5EF4-FFF2-40B4-BE49-F238E27FC236}">
                <a16:creationId xmlns:a16="http://schemas.microsoft.com/office/drawing/2014/main" id="{830B1AA3-9EE5-87F1-F370-BE57F1599D3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7" name="Rectangle 1436">
            <a:extLst>
              <a:ext uri="{FF2B5EF4-FFF2-40B4-BE49-F238E27FC236}">
                <a16:creationId xmlns:a16="http://schemas.microsoft.com/office/drawing/2014/main" id="{0B7F6F51-0C4B-FB8A-B795-36A5399A6F8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4" name="Rectangle 1443">
            <a:extLst>
              <a:ext uri="{FF2B5EF4-FFF2-40B4-BE49-F238E27FC236}">
                <a16:creationId xmlns:a16="http://schemas.microsoft.com/office/drawing/2014/main" id="{B151DACE-8B68-E8D0-1C11-B3107E871C8B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Rectangle 1451">
            <a:extLst>
              <a:ext uri="{FF2B5EF4-FFF2-40B4-BE49-F238E27FC236}">
                <a16:creationId xmlns:a16="http://schemas.microsoft.com/office/drawing/2014/main" id="{2A77ECC7-85CF-E792-753D-2C9763ABEB6C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Rectangle 1460">
            <a:extLst>
              <a:ext uri="{FF2B5EF4-FFF2-40B4-BE49-F238E27FC236}">
                <a16:creationId xmlns:a16="http://schemas.microsoft.com/office/drawing/2014/main" id="{98287E8B-05EC-054E-F9F9-6910F2861F4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Rectangle 1470">
            <a:extLst>
              <a:ext uri="{FF2B5EF4-FFF2-40B4-BE49-F238E27FC236}">
                <a16:creationId xmlns:a16="http://schemas.microsoft.com/office/drawing/2014/main" id="{96835B50-9BD4-0623-A2B2-23EB25F6ECE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2" name="Rectangle 1481">
            <a:extLst>
              <a:ext uri="{FF2B5EF4-FFF2-40B4-BE49-F238E27FC236}">
                <a16:creationId xmlns:a16="http://schemas.microsoft.com/office/drawing/2014/main" id="{296E3371-21BA-A38D-BA42-934B128FDC4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4" name="Rectangle 1493">
            <a:extLst>
              <a:ext uri="{FF2B5EF4-FFF2-40B4-BE49-F238E27FC236}">
                <a16:creationId xmlns:a16="http://schemas.microsoft.com/office/drawing/2014/main" id="{A369EF14-4DF7-C6BB-2472-8AA08B700808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7" name="Rectangle: Rounded Corners 1506">
            <a:extLst>
              <a:ext uri="{FF2B5EF4-FFF2-40B4-BE49-F238E27FC236}">
                <a16:creationId xmlns:a16="http://schemas.microsoft.com/office/drawing/2014/main" id="{16B57ADF-EC05-E58F-0BF4-D0523695394B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FESTIVAL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1" name="Rectangle 1520">
            <a:extLst>
              <a:ext uri="{FF2B5EF4-FFF2-40B4-BE49-F238E27FC236}">
                <a16:creationId xmlns:a16="http://schemas.microsoft.com/office/drawing/2014/main" id="{2388CCAC-BF30-977D-026F-128CEE95402A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festival tra TV e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6" name="Rectangle 1535">
            <a:extLst>
              <a:ext uri="{FF2B5EF4-FFF2-40B4-BE49-F238E27FC236}">
                <a16:creationId xmlns:a16="http://schemas.microsoft.com/office/drawing/2014/main" id="{38E6C3FB-0789-9EBB-8360-BB8B1E995E6B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televisivo medio e ascolti delle quattro serate chiave, edizione 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2" name="Rectangle 1551">
            <a:extLst>
              <a:ext uri="{FF2B5EF4-FFF2-40B4-BE49-F238E27FC236}">
                <a16:creationId xmlns:a16="http://schemas.microsoft.com/office/drawing/2014/main" id="{7E587CC8-2A44-CBEB-2CBF-A88C3037391C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9" name="Rectangle 1568">
            <a:extLst>
              <a:ext uri="{FF2B5EF4-FFF2-40B4-BE49-F238E27FC236}">
                <a16:creationId xmlns:a16="http://schemas.microsoft.com/office/drawing/2014/main" id="{20E42983-B649-AE69-6333-2C5AD936BA8D}"/>
              </a:ext>
            </a:extLst>
          </p:cNvPr>
          <p:cNvSpPr/>
          <p:nvPr/>
        </p:nvSpPr>
        <p:spPr>
          <a:xfrm rot="16740000">
            <a:off x="2483365" y="286600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7" name="Rectangle 1586">
            <a:extLst>
              <a:ext uri="{FF2B5EF4-FFF2-40B4-BE49-F238E27FC236}">
                <a16:creationId xmlns:a16="http://schemas.microsoft.com/office/drawing/2014/main" id="{BB281643-13F3-EFA3-4698-65B1C401E06F}"/>
              </a:ext>
            </a:extLst>
          </p:cNvPr>
          <p:cNvSpPr/>
          <p:nvPr/>
        </p:nvSpPr>
        <p:spPr>
          <a:xfrm rot="17820000">
            <a:off x="2870188" y="29916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96D1A8E9-3444-4C8D-F899-E3478D9C42F3}"/>
              </a:ext>
            </a:extLst>
          </p:cNvPr>
          <p:cNvSpPr/>
          <p:nvPr/>
        </p:nvSpPr>
        <p:spPr>
          <a:xfrm rot="18900000">
            <a:off x="3199239" y="323076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07C69BCC-1C2B-84D9-4176-AEDA204606EA}"/>
              </a:ext>
            </a:extLst>
          </p:cNvPr>
          <p:cNvSpPr/>
          <p:nvPr/>
        </p:nvSpPr>
        <p:spPr>
          <a:xfrm rot="19980000">
            <a:off x="3438308" y="355981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D9A7CA17-8565-D297-4982-AB87D42BCB92}"/>
              </a:ext>
            </a:extLst>
          </p:cNvPr>
          <p:cNvSpPr/>
          <p:nvPr/>
        </p:nvSpPr>
        <p:spPr>
          <a:xfrm rot="21060000">
            <a:off x="3563995" y="394663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331B4360-4E8A-434B-B9AD-7334871712BA}"/>
              </a:ext>
            </a:extLst>
          </p:cNvPr>
          <p:cNvSpPr/>
          <p:nvPr/>
        </p:nvSpPr>
        <p:spPr>
          <a:xfrm rot="540000">
            <a:off x="3563995" y="435336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C143B97C-FDC8-DF4B-CFD5-9CA436FBECFF}"/>
              </a:ext>
            </a:extLst>
          </p:cNvPr>
          <p:cNvSpPr/>
          <p:nvPr/>
        </p:nvSpPr>
        <p:spPr>
          <a:xfrm rot="1620000">
            <a:off x="3438308" y="474018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6" name="Rectangle 1715">
            <a:extLst>
              <a:ext uri="{FF2B5EF4-FFF2-40B4-BE49-F238E27FC236}">
                <a16:creationId xmlns:a16="http://schemas.microsoft.com/office/drawing/2014/main" id="{626CB784-3F6C-DD39-EEFA-B4E1CC5F30A4}"/>
              </a:ext>
            </a:extLst>
          </p:cNvPr>
          <p:cNvSpPr/>
          <p:nvPr/>
        </p:nvSpPr>
        <p:spPr>
          <a:xfrm rot="2700000">
            <a:off x="3199239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6ADB3987-6942-6719-250E-2DB3BB8C557F}"/>
              </a:ext>
            </a:extLst>
          </p:cNvPr>
          <p:cNvSpPr/>
          <p:nvPr/>
        </p:nvSpPr>
        <p:spPr>
          <a:xfrm rot="3780000">
            <a:off x="2870188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7" name="Rectangle 1766">
            <a:extLst>
              <a:ext uri="{FF2B5EF4-FFF2-40B4-BE49-F238E27FC236}">
                <a16:creationId xmlns:a16="http://schemas.microsoft.com/office/drawing/2014/main" id="{5B8082D4-F8B1-4DB5-34AA-85908EB87BEC}"/>
              </a:ext>
            </a:extLst>
          </p:cNvPr>
          <p:cNvSpPr/>
          <p:nvPr/>
        </p:nvSpPr>
        <p:spPr>
          <a:xfrm rot="4860000">
            <a:off x="248336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4" name="Rectangle 1793">
            <a:extLst>
              <a:ext uri="{FF2B5EF4-FFF2-40B4-BE49-F238E27FC236}">
                <a16:creationId xmlns:a16="http://schemas.microsoft.com/office/drawing/2014/main" id="{B18C406F-671B-7A0F-DC7F-6F64D3A5E616}"/>
              </a:ext>
            </a:extLst>
          </p:cNvPr>
          <p:cNvSpPr/>
          <p:nvPr/>
        </p:nvSpPr>
        <p:spPr>
          <a:xfrm rot="5940000">
            <a:off x="207663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2" name="Rectangle 1821">
            <a:extLst>
              <a:ext uri="{FF2B5EF4-FFF2-40B4-BE49-F238E27FC236}">
                <a16:creationId xmlns:a16="http://schemas.microsoft.com/office/drawing/2014/main" id="{91F8A6BC-C8A7-F74D-5EFC-752AB7E86453}"/>
              </a:ext>
            </a:extLst>
          </p:cNvPr>
          <p:cNvSpPr/>
          <p:nvPr/>
        </p:nvSpPr>
        <p:spPr>
          <a:xfrm rot="7020000">
            <a:off x="1689812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1" name="Rectangle 1850">
            <a:extLst>
              <a:ext uri="{FF2B5EF4-FFF2-40B4-BE49-F238E27FC236}">
                <a16:creationId xmlns:a16="http://schemas.microsoft.com/office/drawing/2014/main" id="{9ECEE884-0991-1332-4DD4-C78864067F8A}"/>
              </a:ext>
            </a:extLst>
          </p:cNvPr>
          <p:cNvSpPr/>
          <p:nvPr/>
        </p:nvSpPr>
        <p:spPr>
          <a:xfrm rot="8100000">
            <a:off x="1360761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C8B70FDB-5E41-E468-622B-E0D00F75D03D}"/>
              </a:ext>
            </a:extLst>
          </p:cNvPr>
          <p:cNvSpPr/>
          <p:nvPr/>
        </p:nvSpPr>
        <p:spPr>
          <a:xfrm rot="9180000">
            <a:off x="1121692" y="474018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2" name="Rectangle 1911">
            <a:extLst>
              <a:ext uri="{FF2B5EF4-FFF2-40B4-BE49-F238E27FC236}">
                <a16:creationId xmlns:a16="http://schemas.microsoft.com/office/drawing/2014/main" id="{31582620-161E-D097-0C9D-0E9428D2A21E}"/>
              </a:ext>
            </a:extLst>
          </p:cNvPr>
          <p:cNvSpPr/>
          <p:nvPr/>
        </p:nvSpPr>
        <p:spPr>
          <a:xfrm rot="10260000">
            <a:off x="996005" y="435336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4" name="Rectangle 1943">
            <a:extLst>
              <a:ext uri="{FF2B5EF4-FFF2-40B4-BE49-F238E27FC236}">
                <a16:creationId xmlns:a16="http://schemas.microsoft.com/office/drawing/2014/main" id="{F4FBD6EC-5E21-6F1B-009F-D0728A450725}"/>
              </a:ext>
            </a:extLst>
          </p:cNvPr>
          <p:cNvSpPr/>
          <p:nvPr/>
        </p:nvSpPr>
        <p:spPr>
          <a:xfrm rot="11340000">
            <a:off x="996005" y="394663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7" name="Rectangle 1976">
            <a:extLst>
              <a:ext uri="{FF2B5EF4-FFF2-40B4-BE49-F238E27FC236}">
                <a16:creationId xmlns:a16="http://schemas.microsoft.com/office/drawing/2014/main" id="{39E0E07F-A211-A644-730D-DA67C98657CC}"/>
              </a:ext>
            </a:extLst>
          </p:cNvPr>
          <p:cNvSpPr/>
          <p:nvPr/>
        </p:nvSpPr>
        <p:spPr>
          <a:xfrm rot="12420000">
            <a:off x="1121692" y="355981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6295081C-AF52-D192-CA6F-3C7C806AF046}"/>
              </a:ext>
            </a:extLst>
          </p:cNvPr>
          <p:cNvSpPr/>
          <p:nvPr/>
        </p:nvSpPr>
        <p:spPr>
          <a:xfrm rot="13500000">
            <a:off x="1360761" y="323076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6" name="Rectangle 2045">
            <a:extLst>
              <a:ext uri="{FF2B5EF4-FFF2-40B4-BE49-F238E27FC236}">
                <a16:creationId xmlns:a16="http://schemas.microsoft.com/office/drawing/2014/main" id="{1322EE64-99B3-016C-F435-8CD08FF7EA5D}"/>
              </a:ext>
            </a:extLst>
          </p:cNvPr>
          <p:cNvSpPr/>
          <p:nvPr/>
        </p:nvSpPr>
        <p:spPr>
          <a:xfrm rot="14580000">
            <a:off x="1689812" y="29916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BE2C34C9-E3C5-F7DF-EC8E-74CCB0FFDFD5}"/>
              </a:ext>
            </a:extLst>
          </p:cNvPr>
          <p:cNvSpPr/>
          <p:nvPr/>
        </p:nvSpPr>
        <p:spPr>
          <a:xfrm rot="15660000">
            <a:off x="2076635" y="286600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2619465A-DD42-1A19-B542-086C0083F616}"/>
              </a:ext>
            </a:extLst>
          </p:cNvPr>
          <p:cNvSpPr/>
          <p:nvPr/>
        </p:nvSpPr>
        <p:spPr>
          <a:xfrm>
            <a:off x="1450000" y="3750000"/>
            <a:ext cx="2000000" cy="7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57" name="Rectangle 2156">
            <a:extLst>
              <a:ext uri="{FF2B5EF4-FFF2-40B4-BE49-F238E27FC236}">
                <a16:creationId xmlns:a16="http://schemas.microsoft.com/office/drawing/2014/main" id="{A3B65930-DB03-BDC4-521D-0EA38D0236FD}"/>
              </a:ext>
            </a:extLst>
          </p:cNvPr>
          <p:cNvSpPr/>
          <p:nvPr/>
        </p:nvSpPr>
        <p:spPr>
          <a:xfrm>
            <a:off x="1450000" y="4520000"/>
            <a:ext cx="2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96" name="Rectangle 2195">
            <a:extLst>
              <a:ext uri="{FF2B5EF4-FFF2-40B4-BE49-F238E27FC236}">
                <a16:creationId xmlns:a16="http://schemas.microsoft.com/office/drawing/2014/main" id="{DEBDEB9E-0E3A-8153-64D0-5833AB57EDD9}"/>
              </a:ext>
            </a:extLst>
          </p:cNvPr>
          <p:cNvSpPr/>
          <p:nvPr/>
        </p:nvSpPr>
        <p:spPr>
          <a:xfrm>
            <a:off x="950000" y="2100000"/>
            <a:ext cx="3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SHARE TV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36" name="Rectangle: Rounded Corners 2235">
            <a:extLst>
              <a:ext uri="{FF2B5EF4-FFF2-40B4-BE49-F238E27FC236}">
                <a16:creationId xmlns:a16="http://schemas.microsoft.com/office/drawing/2014/main" id="{ADBFAFCC-B4DB-09EC-DB2F-E5B1EB1FC9E2}"/>
              </a:ext>
            </a:extLst>
          </p:cNvPr>
          <p:cNvSpPr/>
          <p:nvPr/>
        </p:nvSpPr>
        <p:spPr>
          <a:xfrm>
            <a:off x="4700000" y="2000000"/>
            <a:ext cx="69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7" name="Rectangle: Rounded Corners 2276">
            <a:extLst>
              <a:ext uri="{FF2B5EF4-FFF2-40B4-BE49-F238E27FC236}">
                <a16:creationId xmlns:a16="http://schemas.microsoft.com/office/drawing/2014/main" id="{AD2FA15B-BC4D-A6C0-E93C-4702FCD5C081}"/>
              </a:ext>
            </a:extLst>
          </p:cNvPr>
          <p:cNvSpPr/>
          <p:nvPr/>
        </p:nvSpPr>
        <p:spPr>
          <a:xfrm>
            <a:off x="4750000" y="2050000"/>
            <a:ext cx="68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9" name="Rectangle 2318">
            <a:extLst>
              <a:ext uri="{FF2B5EF4-FFF2-40B4-BE49-F238E27FC236}">
                <a16:creationId xmlns:a16="http://schemas.microsoft.com/office/drawing/2014/main" id="{DC56DE33-012B-85BE-7624-A63D767F70A3}"/>
              </a:ext>
            </a:extLst>
          </p:cNvPr>
          <p:cNvSpPr/>
          <p:nvPr/>
        </p:nvSpPr>
        <p:spPr>
          <a:xfrm>
            <a:off x="4850000" y="2100000"/>
            <a:ext cx="66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finale 2023 ha superato i 12 milioni di spettatori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00FE99E4-5C2D-1940-EEE1-1F61B5E502DA}"/>
              </a:ext>
            </a:extLst>
          </p:cNvPr>
          <p:cNvSpPr/>
          <p:nvPr/>
        </p:nvSpPr>
        <p:spPr>
          <a:xfrm>
            <a:off x="4950000" y="4080000"/>
            <a:ext cx="6500000" cy="3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88CF07B1-D0CB-A43F-E1C3-110D0E34731E}"/>
              </a:ext>
            </a:extLst>
          </p:cNvPr>
          <p:cNvSpPr/>
          <p:nvPr/>
        </p:nvSpPr>
        <p:spPr>
          <a:xfrm>
            <a:off x="49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7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51" name="Oval 2450">
            <a:extLst>
              <a:ext uri="{FF2B5EF4-FFF2-40B4-BE49-F238E27FC236}">
                <a16:creationId xmlns:a16="http://schemas.microsoft.com/office/drawing/2014/main" id="{2F9EB88D-B929-E736-EEC1-0E654FC65CCD}"/>
              </a:ext>
            </a:extLst>
          </p:cNvPr>
          <p:cNvSpPr/>
          <p:nvPr/>
        </p:nvSpPr>
        <p:spPr>
          <a:xfrm>
            <a:off x="56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7" name="Rectangle 2496">
            <a:extLst>
              <a:ext uri="{FF2B5EF4-FFF2-40B4-BE49-F238E27FC236}">
                <a16:creationId xmlns:a16="http://schemas.microsoft.com/office/drawing/2014/main" id="{A974267F-638E-1277-2531-924CE3120171}"/>
              </a:ext>
            </a:extLst>
          </p:cNvPr>
          <p:cNvSpPr/>
          <p:nvPr/>
        </p:nvSpPr>
        <p:spPr>
          <a:xfrm>
            <a:off x="49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10,8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44" name="Rectangle 2543">
            <a:extLst>
              <a:ext uri="{FF2B5EF4-FFF2-40B4-BE49-F238E27FC236}">
                <a16:creationId xmlns:a16="http://schemas.microsoft.com/office/drawing/2014/main" id="{AC945914-287B-F55F-B968-ED934BA64B7A}"/>
              </a:ext>
            </a:extLst>
          </p:cNvPr>
          <p:cNvSpPr/>
          <p:nvPr/>
        </p:nvSpPr>
        <p:spPr>
          <a:xfrm>
            <a:off x="49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Apertura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92" name="Rectangle 2591">
            <a:extLst>
              <a:ext uri="{FF2B5EF4-FFF2-40B4-BE49-F238E27FC236}">
                <a16:creationId xmlns:a16="http://schemas.microsoft.com/office/drawing/2014/main" id="{5ABB9C7F-DF9F-A3E9-A3C7-57269E4DB768}"/>
              </a:ext>
            </a:extLst>
          </p:cNvPr>
          <p:cNvSpPr/>
          <p:nvPr/>
        </p:nvSpPr>
        <p:spPr>
          <a:xfrm>
            <a:off x="66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8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41" name="Oval 2640">
            <a:extLst>
              <a:ext uri="{FF2B5EF4-FFF2-40B4-BE49-F238E27FC236}">
                <a16:creationId xmlns:a16="http://schemas.microsoft.com/office/drawing/2014/main" id="{4BC2C29A-B828-1DC7-B913-786159226BBA}"/>
              </a:ext>
            </a:extLst>
          </p:cNvPr>
          <p:cNvSpPr/>
          <p:nvPr/>
        </p:nvSpPr>
        <p:spPr>
          <a:xfrm>
            <a:off x="727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1" name="Rectangle 2690">
            <a:extLst>
              <a:ext uri="{FF2B5EF4-FFF2-40B4-BE49-F238E27FC236}">
                <a16:creationId xmlns:a16="http://schemas.microsoft.com/office/drawing/2014/main" id="{AD855AF8-57DD-EEA6-176A-0B1C454A676D}"/>
              </a:ext>
            </a:extLst>
          </p:cNvPr>
          <p:cNvSpPr/>
          <p:nvPr/>
        </p:nvSpPr>
        <p:spPr>
          <a:xfrm>
            <a:off x="66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9,6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2" name="Rectangle 2741">
            <a:extLst>
              <a:ext uri="{FF2B5EF4-FFF2-40B4-BE49-F238E27FC236}">
                <a16:creationId xmlns:a16="http://schemas.microsoft.com/office/drawing/2014/main" id="{CF4592FD-7F1D-D900-CA41-0618614976F8}"/>
              </a:ext>
            </a:extLst>
          </p:cNvPr>
          <p:cNvSpPr/>
          <p:nvPr/>
        </p:nvSpPr>
        <p:spPr>
          <a:xfrm>
            <a:off x="66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Seconda serata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94" name="Rectangle 2793">
            <a:extLst>
              <a:ext uri="{FF2B5EF4-FFF2-40B4-BE49-F238E27FC236}">
                <a16:creationId xmlns:a16="http://schemas.microsoft.com/office/drawing/2014/main" id="{408380F9-AD7B-5362-223E-B73EC7817C66}"/>
              </a:ext>
            </a:extLst>
          </p:cNvPr>
          <p:cNvSpPr/>
          <p:nvPr/>
        </p:nvSpPr>
        <p:spPr>
          <a:xfrm>
            <a:off x="82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10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847" name="Oval 2846">
            <a:extLst>
              <a:ext uri="{FF2B5EF4-FFF2-40B4-BE49-F238E27FC236}">
                <a16:creationId xmlns:a16="http://schemas.microsoft.com/office/drawing/2014/main" id="{8B684B60-B80E-26B0-CB4B-27C0660A6E2E}"/>
              </a:ext>
            </a:extLst>
          </p:cNvPr>
          <p:cNvSpPr/>
          <p:nvPr/>
        </p:nvSpPr>
        <p:spPr>
          <a:xfrm>
            <a:off x="89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1" name="Rectangle 2900">
            <a:extLst>
              <a:ext uri="{FF2B5EF4-FFF2-40B4-BE49-F238E27FC236}">
                <a16:creationId xmlns:a16="http://schemas.microsoft.com/office/drawing/2014/main" id="{149A91D2-28DC-7D7F-0A05-6D28721D1AA8}"/>
              </a:ext>
            </a:extLst>
          </p:cNvPr>
          <p:cNvSpPr/>
          <p:nvPr/>
        </p:nvSpPr>
        <p:spPr>
          <a:xfrm>
            <a:off x="82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10,9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956" name="Rectangle 2955">
            <a:extLst>
              <a:ext uri="{FF2B5EF4-FFF2-40B4-BE49-F238E27FC236}">
                <a16:creationId xmlns:a16="http://schemas.microsoft.com/office/drawing/2014/main" id="{DD8E9D5B-FCF0-10B1-5A89-1249C7AA09E2}"/>
              </a:ext>
            </a:extLst>
          </p:cNvPr>
          <p:cNvSpPr/>
          <p:nvPr/>
        </p:nvSpPr>
        <p:spPr>
          <a:xfrm>
            <a:off x="82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Serata cover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12" name="Rectangle 3011">
            <a:extLst>
              <a:ext uri="{FF2B5EF4-FFF2-40B4-BE49-F238E27FC236}">
                <a16:creationId xmlns:a16="http://schemas.microsoft.com/office/drawing/2014/main" id="{CE629CFB-16CA-54FE-B567-A9D9845E9400}"/>
              </a:ext>
            </a:extLst>
          </p:cNvPr>
          <p:cNvSpPr/>
          <p:nvPr/>
        </p:nvSpPr>
        <p:spPr>
          <a:xfrm>
            <a:off x="99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11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69" name="Oval 3068">
            <a:extLst>
              <a:ext uri="{FF2B5EF4-FFF2-40B4-BE49-F238E27FC236}">
                <a16:creationId xmlns:a16="http://schemas.microsoft.com/office/drawing/2014/main" id="{6BFB84E0-FAFB-D79C-4C9B-36E3A2E3CE58}"/>
              </a:ext>
            </a:extLst>
          </p:cNvPr>
          <p:cNvSpPr/>
          <p:nvPr/>
        </p:nvSpPr>
        <p:spPr>
          <a:xfrm>
            <a:off x="10570000" y="3965000"/>
            <a:ext cx="260000" cy="260000"/>
          </a:xfrm>
          <a:prstGeom prst="ellipse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8E878E11-469B-FAC7-1DDF-2C50E6C96410}"/>
              </a:ext>
            </a:extLst>
          </p:cNvPr>
          <p:cNvSpPr/>
          <p:nvPr/>
        </p:nvSpPr>
        <p:spPr>
          <a:xfrm>
            <a:off x="99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12,3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186" name="Rectangle 3185">
            <a:extLst>
              <a:ext uri="{FF2B5EF4-FFF2-40B4-BE49-F238E27FC236}">
                <a16:creationId xmlns:a16="http://schemas.microsoft.com/office/drawing/2014/main" id="{0596D022-BDFF-DE53-73CE-252D43DABB5A}"/>
              </a:ext>
            </a:extLst>
          </p:cNvPr>
          <p:cNvSpPr/>
          <p:nvPr/>
        </p:nvSpPr>
        <p:spPr>
          <a:xfrm>
            <a:off x="99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Finale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246" name="Rectangle 3245">
            <a:extLst>
              <a:ext uri="{FF2B5EF4-FFF2-40B4-BE49-F238E27FC236}">
                <a16:creationId xmlns:a16="http://schemas.microsoft.com/office/drawing/2014/main" id="{002A78EC-1470-3543-9307-EE5C1A3275BA}"/>
              </a:ext>
            </a:extLst>
          </p:cNvPr>
          <p:cNvSpPr/>
          <p:nvPr/>
        </p:nvSpPr>
        <p:spPr>
          <a:xfrm>
            <a:off x="4750000" y="5520000"/>
            <a:ext cx="24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07" name="Flowchart: Terminator 3306">
            <a:extLst>
              <a:ext uri="{FF2B5EF4-FFF2-40B4-BE49-F238E27FC236}">
                <a16:creationId xmlns:a16="http://schemas.microsoft.com/office/drawing/2014/main" id="{314B20F6-24D0-7A75-FD18-0B98DB3163C1}"/>
              </a:ext>
            </a:extLst>
          </p:cNvPr>
          <p:cNvSpPr/>
          <p:nvPr/>
        </p:nvSpPr>
        <p:spPr>
          <a:xfrm>
            <a:off x="7100000" y="5500000"/>
            <a:ext cx="43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88 mln di interazioni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Rectangle 3307">
            <a:extLst>
              <a:ext uri="{FF2B5EF4-FFF2-40B4-BE49-F238E27FC236}">
                <a16:creationId xmlns:a16="http://schemas.microsoft.com/office/drawing/2014/main" id="{B9EDCCA3-02D2-A0B0-1F2C-C1C580D627EF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0" name="Rectangle 3309">
            <a:extLst>
              <a:ext uri="{FF2B5EF4-FFF2-40B4-BE49-F238E27FC236}">
                <a16:creationId xmlns:a16="http://schemas.microsoft.com/office/drawing/2014/main" id="{13E5AF7C-1EDF-44B7-DE31-9A9FAB6C30F7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3" name="Rectangle 3312">
            <a:extLst>
              <a:ext uri="{FF2B5EF4-FFF2-40B4-BE49-F238E27FC236}">
                <a16:creationId xmlns:a16="http://schemas.microsoft.com/office/drawing/2014/main" id="{8CDE9269-BD43-522C-6830-ED9A38A1F5EC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7" name="Rectangle 3316">
            <a:extLst>
              <a:ext uri="{FF2B5EF4-FFF2-40B4-BE49-F238E27FC236}">
                <a16:creationId xmlns:a16="http://schemas.microsoft.com/office/drawing/2014/main" id="{54A34068-42D4-339A-76D5-3A60C26C3D8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2" name="Rectangle 3321">
            <a:extLst>
              <a:ext uri="{FF2B5EF4-FFF2-40B4-BE49-F238E27FC236}">
                <a16:creationId xmlns:a16="http://schemas.microsoft.com/office/drawing/2014/main" id="{411EFBD4-C482-35F5-AF0A-798FAF8DC26D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8" name="Rectangle 3327">
            <a:extLst>
              <a:ext uri="{FF2B5EF4-FFF2-40B4-BE49-F238E27FC236}">
                <a16:creationId xmlns:a16="http://schemas.microsoft.com/office/drawing/2014/main" id="{1ECC8F9E-AB5C-CBFB-E795-F8A5CBDA8CA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5" name="Rectangle 3334">
            <a:extLst>
              <a:ext uri="{FF2B5EF4-FFF2-40B4-BE49-F238E27FC236}">
                <a16:creationId xmlns:a16="http://schemas.microsoft.com/office/drawing/2014/main" id="{5ECB77EB-3227-E66E-C5BF-D806DBFBE4A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3" name="Rectangle 3342">
            <a:extLst>
              <a:ext uri="{FF2B5EF4-FFF2-40B4-BE49-F238E27FC236}">
                <a16:creationId xmlns:a16="http://schemas.microsoft.com/office/drawing/2014/main" id="{A23370CE-216B-4334-A15F-BEC0A053159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2" name="Rectangle 3351">
            <a:extLst>
              <a:ext uri="{FF2B5EF4-FFF2-40B4-BE49-F238E27FC236}">
                <a16:creationId xmlns:a16="http://schemas.microsoft.com/office/drawing/2014/main" id="{58C05599-14EA-4F71-6E4E-ADB001A14914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2" name="Rectangle 3361">
            <a:extLst>
              <a:ext uri="{FF2B5EF4-FFF2-40B4-BE49-F238E27FC236}">
                <a16:creationId xmlns:a16="http://schemas.microsoft.com/office/drawing/2014/main" id="{CD90A254-94F8-FF1C-D254-59DF31ABFCB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3" name="Rectangle 3372">
            <a:extLst>
              <a:ext uri="{FF2B5EF4-FFF2-40B4-BE49-F238E27FC236}">
                <a16:creationId xmlns:a16="http://schemas.microsoft.com/office/drawing/2014/main" id="{5B237518-548A-D826-3662-43647636EA17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85" name="Rectangle 3384">
            <a:extLst>
              <a:ext uri="{FF2B5EF4-FFF2-40B4-BE49-F238E27FC236}">
                <a16:creationId xmlns:a16="http://schemas.microsoft.com/office/drawing/2014/main" id="{48A1FE58-DDAD-AA12-E110-29AA2313449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98" name="Rectangle: Rounded Corners 3397">
            <a:extLst>
              <a:ext uri="{FF2B5EF4-FFF2-40B4-BE49-F238E27FC236}">
                <a16:creationId xmlns:a16="http://schemas.microsoft.com/office/drawing/2014/main" id="{28523CB9-4B79-6495-B7ED-BE3243468F9A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TECH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12" name="Rectangle 3411">
            <a:extLst>
              <a:ext uri="{FF2B5EF4-FFF2-40B4-BE49-F238E27FC236}">
                <a16:creationId xmlns:a16="http://schemas.microsoft.com/office/drawing/2014/main" id="{39D0FB6D-8A97-62B9-4942-0C1388FE499D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Le smart TV nelle case italiane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27" name="Rectangle 3426">
            <a:extLst>
              <a:ext uri="{FF2B5EF4-FFF2-40B4-BE49-F238E27FC236}">
                <a16:creationId xmlns:a16="http://schemas.microsoft.com/office/drawing/2014/main" id="{8E624E12-7596-33C8-41CF-0DEBE1D924E5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Famiglie con almeno una smart TV connessa, % sul totale, 2017-2023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43" name="Rectangle 3442">
            <a:extLst>
              <a:ext uri="{FF2B5EF4-FFF2-40B4-BE49-F238E27FC236}">
                <a16:creationId xmlns:a16="http://schemas.microsoft.com/office/drawing/2014/main" id="{E3377C90-7797-505F-95C1-2A242904FB7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60" name="Rectangle 3459">
            <a:extLst>
              <a:ext uri="{FF2B5EF4-FFF2-40B4-BE49-F238E27FC236}">
                <a16:creationId xmlns:a16="http://schemas.microsoft.com/office/drawing/2014/main" id="{25BDC44A-4E5E-FFDB-9078-84183FF7DCB6}"/>
              </a:ext>
            </a:extLst>
          </p:cNvPr>
          <p:cNvSpPr/>
          <p:nvPr/>
        </p:nvSpPr>
        <p:spPr>
          <a:xfrm>
            <a:off x="1150000" y="57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8" name="Rectangle 3477">
            <a:extLst>
              <a:ext uri="{FF2B5EF4-FFF2-40B4-BE49-F238E27FC236}">
                <a16:creationId xmlns:a16="http://schemas.microsoft.com/office/drawing/2014/main" id="{D6F3E4D8-0B80-36B8-EFB8-9B5A768CD5AE}"/>
              </a:ext>
            </a:extLst>
          </p:cNvPr>
          <p:cNvSpPr/>
          <p:nvPr/>
        </p:nvSpPr>
        <p:spPr>
          <a:xfrm>
            <a:off x="500000" y="55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97" name="Rectangle 3496">
            <a:extLst>
              <a:ext uri="{FF2B5EF4-FFF2-40B4-BE49-F238E27FC236}">
                <a16:creationId xmlns:a16="http://schemas.microsoft.com/office/drawing/2014/main" id="{1346EEE1-306D-427C-8257-0270319D6463}"/>
              </a:ext>
            </a:extLst>
          </p:cNvPr>
          <p:cNvSpPr/>
          <p:nvPr/>
        </p:nvSpPr>
        <p:spPr>
          <a:xfrm>
            <a:off x="1150000" y="486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7" name="Rectangle 3516">
            <a:extLst>
              <a:ext uri="{FF2B5EF4-FFF2-40B4-BE49-F238E27FC236}">
                <a16:creationId xmlns:a16="http://schemas.microsoft.com/office/drawing/2014/main" id="{D29C932D-7F51-B6C5-78D9-9454721554FF}"/>
              </a:ext>
            </a:extLst>
          </p:cNvPr>
          <p:cNvSpPr/>
          <p:nvPr/>
        </p:nvSpPr>
        <p:spPr>
          <a:xfrm>
            <a:off x="500000" y="469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38" name="Rectangle 3537">
            <a:extLst>
              <a:ext uri="{FF2B5EF4-FFF2-40B4-BE49-F238E27FC236}">
                <a16:creationId xmlns:a16="http://schemas.microsoft.com/office/drawing/2014/main" id="{9836BE97-C77B-94CA-CCD1-5DB4A6384494}"/>
              </a:ext>
            </a:extLst>
          </p:cNvPr>
          <p:cNvSpPr/>
          <p:nvPr/>
        </p:nvSpPr>
        <p:spPr>
          <a:xfrm>
            <a:off x="1150000" y="399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0" name="Rectangle 3559">
            <a:extLst>
              <a:ext uri="{FF2B5EF4-FFF2-40B4-BE49-F238E27FC236}">
                <a16:creationId xmlns:a16="http://schemas.microsoft.com/office/drawing/2014/main" id="{07350BC4-36FF-DACC-56AF-F300DC380F22}"/>
              </a:ext>
            </a:extLst>
          </p:cNvPr>
          <p:cNvSpPr/>
          <p:nvPr/>
        </p:nvSpPr>
        <p:spPr>
          <a:xfrm>
            <a:off x="500000" y="382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83" name="Rectangle 3582">
            <a:extLst>
              <a:ext uri="{FF2B5EF4-FFF2-40B4-BE49-F238E27FC236}">
                <a16:creationId xmlns:a16="http://schemas.microsoft.com/office/drawing/2014/main" id="{F96E7E34-8D06-BC60-B366-93C1BA4CE319}"/>
              </a:ext>
            </a:extLst>
          </p:cNvPr>
          <p:cNvSpPr/>
          <p:nvPr/>
        </p:nvSpPr>
        <p:spPr>
          <a:xfrm>
            <a:off x="1150000" y="311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7" name="Rectangle 3606">
            <a:extLst>
              <a:ext uri="{FF2B5EF4-FFF2-40B4-BE49-F238E27FC236}">
                <a16:creationId xmlns:a16="http://schemas.microsoft.com/office/drawing/2014/main" id="{2F838911-1E57-0226-564A-10CCF96E5485}"/>
              </a:ext>
            </a:extLst>
          </p:cNvPr>
          <p:cNvSpPr/>
          <p:nvPr/>
        </p:nvSpPr>
        <p:spPr>
          <a:xfrm>
            <a:off x="500000" y="294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60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32" name="Rectangle 3631">
            <a:extLst>
              <a:ext uri="{FF2B5EF4-FFF2-40B4-BE49-F238E27FC236}">
                <a16:creationId xmlns:a16="http://schemas.microsoft.com/office/drawing/2014/main" id="{AA6CB7B3-627A-2922-22DD-0A13E2C7140A}"/>
              </a:ext>
            </a:extLst>
          </p:cNvPr>
          <p:cNvSpPr/>
          <p:nvPr/>
        </p:nvSpPr>
        <p:spPr>
          <a:xfrm>
            <a:off x="1150000" y="22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8" name="Rectangle 3657">
            <a:extLst>
              <a:ext uri="{FF2B5EF4-FFF2-40B4-BE49-F238E27FC236}">
                <a16:creationId xmlns:a16="http://schemas.microsoft.com/office/drawing/2014/main" id="{7D9E2155-B162-6946-FCAD-42C8176A224B}"/>
              </a:ext>
            </a:extLst>
          </p:cNvPr>
          <p:cNvSpPr/>
          <p:nvPr/>
        </p:nvSpPr>
        <p:spPr>
          <a:xfrm>
            <a:off x="500000" y="20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80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85" name="Rectangle 3684">
            <a:extLst>
              <a:ext uri="{FF2B5EF4-FFF2-40B4-BE49-F238E27FC236}">
                <a16:creationId xmlns:a16="http://schemas.microsoft.com/office/drawing/2014/main" id="{BE906B83-B2C6-146E-2E23-DF979AC52DDA}"/>
              </a:ext>
            </a:extLst>
          </p:cNvPr>
          <p:cNvSpPr/>
          <p:nvPr/>
        </p:nvSpPr>
        <p:spPr>
          <a:xfrm>
            <a:off x="1350000" y="4700000"/>
            <a:ext cx="580000" cy="1050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3" name="Rectangle 3712">
            <a:extLst>
              <a:ext uri="{FF2B5EF4-FFF2-40B4-BE49-F238E27FC236}">
                <a16:creationId xmlns:a16="http://schemas.microsoft.com/office/drawing/2014/main" id="{B0F110E5-A982-3967-E4CE-772491266CE7}"/>
              </a:ext>
            </a:extLst>
          </p:cNvPr>
          <p:cNvSpPr/>
          <p:nvPr/>
        </p:nvSpPr>
        <p:spPr>
          <a:xfrm>
            <a:off x="1190000" y="4300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42" name="Rectangle 3741">
            <a:extLst>
              <a:ext uri="{FF2B5EF4-FFF2-40B4-BE49-F238E27FC236}">
                <a16:creationId xmlns:a16="http://schemas.microsoft.com/office/drawing/2014/main" id="{0977D8F4-83FB-98FE-1AEB-84EBFE3B9CA9}"/>
              </a:ext>
            </a:extLst>
          </p:cNvPr>
          <p:cNvSpPr/>
          <p:nvPr/>
        </p:nvSpPr>
        <p:spPr>
          <a:xfrm>
            <a:off x="11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72" name="Rectangle 3771">
            <a:extLst>
              <a:ext uri="{FF2B5EF4-FFF2-40B4-BE49-F238E27FC236}">
                <a16:creationId xmlns:a16="http://schemas.microsoft.com/office/drawing/2014/main" id="{F765DA9A-B3A1-5EB5-195C-3485EE559FD0}"/>
              </a:ext>
            </a:extLst>
          </p:cNvPr>
          <p:cNvSpPr/>
          <p:nvPr/>
        </p:nvSpPr>
        <p:spPr>
          <a:xfrm>
            <a:off x="2230000" y="4525000"/>
            <a:ext cx="580000" cy="1225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3" name="Rectangle 3802">
            <a:extLst>
              <a:ext uri="{FF2B5EF4-FFF2-40B4-BE49-F238E27FC236}">
                <a16:creationId xmlns:a16="http://schemas.microsoft.com/office/drawing/2014/main" id="{E64277ED-9BBF-D786-A5EA-64005D35304E}"/>
              </a:ext>
            </a:extLst>
          </p:cNvPr>
          <p:cNvSpPr/>
          <p:nvPr/>
        </p:nvSpPr>
        <p:spPr>
          <a:xfrm>
            <a:off x="2070000" y="4125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35" name="Rectangle 3834">
            <a:extLst>
              <a:ext uri="{FF2B5EF4-FFF2-40B4-BE49-F238E27FC236}">
                <a16:creationId xmlns:a16="http://schemas.microsoft.com/office/drawing/2014/main" id="{C22123AE-B552-B7FE-365F-F69B1EBD5D31}"/>
              </a:ext>
            </a:extLst>
          </p:cNvPr>
          <p:cNvSpPr/>
          <p:nvPr/>
        </p:nvSpPr>
        <p:spPr>
          <a:xfrm>
            <a:off x="20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68" name="Rectangle 3867">
            <a:extLst>
              <a:ext uri="{FF2B5EF4-FFF2-40B4-BE49-F238E27FC236}">
                <a16:creationId xmlns:a16="http://schemas.microsoft.com/office/drawing/2014/main" id="{5A1FF2B0-348B-971C-93F0-EE0B60DFB5BF}"/>
              </a:ext>
            </a:extLst>
          </p:cNvPr>
          <p:cNvSpPr/>
          <p:nvPr/>
        </p:nvSpPr>
        <p:spPr>
          <a:xfrm>
            <a:off x="3110000" y="4218750"/>
            <a:ext cx="580000" cy="15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2" name="Rectangle 3901">
            <a:extLst>
              <a:ext uri="{FF2B5EF4-FFF2-40B4-BE49-F238E27FC236}">
                <a16:creationId xmlns:a16="http://schemas.microsoft.com/office/drawing/2014/main" id="{D8381B86-81EB-DB1E-012F-90DAE0AFD691}"/>
              </a:ext>
            </a:extLst>
          </p:cNvPr>
          <p:cNvSpPr/>
          <p:nvPr/>
        </p:nvSpPr>
        <p:spPr>
          <a:xfrm>
            <a:off x="2950000" y="38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37" name="Rectangle 3936">
            <a:extLst>
              <a:ext uri="{FF2B5EF4-FFF2-40B4-BE49-F238E27FC236}">
                <a16:creationId xmlns:a16="http://schemas.microsoft.com/office/drawing/2014/main" id="{FEDC26E3-EC2E-8698-426C-E458A2BD491F}"/>
              </a:ext>
            </a:extLst>
          </p:cNvPr>
          <p:cNvSpPr/>
          <p:nvPr/>
        </p:nvSpPr>
        <p:spPr>
          <a:xfrm>
            <a:off x="295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2019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73" name="Rectangle 3972">
            <a:extLst>
              <a:ext uri="{FF2B5EF4-FFF2-40B4-BE49-F238E27FC236}">
                <a16:creationId xmlns:a16="http://schemas.microsoft.com/office/drawing/2014/main" id="{2324FABF-D0FC-4808-EFEA-F4370344B822}"/>
              </a:ext>
            </a:extLst>
          </p:cNvPr>
          <p:cNvSpPr/>
          <p:nvPr/>
        </p:nvSpPr>
        <p:spPr>
          <a:xfrm>
            <a:off x="3990000" y="3868750"/>
            <a:ext cx="580000" cy="188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0" name="Rectangle 4009">
            <a:extLst>
              <a:ext uri="{FF2B5EF4-FFF2-40B4-BE49-F238E27FC236}">
                <a16:creationId xmlns:a16="http://schemas.microsoft.com/office/drawing/2014/main" id="{9DBDCFBF-8C30-3796-0101-B10D191CFA0A}"/>
              </a:ext>
            </a:extLst>
          </p:cNvPr>
          <p:cNvSpPr/>
          <p:nvPr/>
        </p:nvSpPr>
        <p:spPr>
          <a:xfrm>
            <a:off x="3830000" y="346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48" name="Rectangle 4047">
            <a:extLst>
              <a:ext uri="{FF2B5EF4-FFF2-40B4-BE49-F238E27FC236}">
                <a16:creationId xmlns:a16="http://schemas.microsoft.com/office/drawing/2014/main" id="{B1662FF9-A555-8532-1F1D-9E4119C3B478}"/>
              </a:ext>
            </a:extLst>
          </p:cNvPr>
          <p:cNvSpPr/>
          <p:nvPr/>
        </p:nvSpPr>
        <p:spPr>
          <a:xfrm>
            <a:off x="383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87" name="Rectangle 4086">
            <a:extLst>
              <a:ext uri="{FF2B5EF4-FFF2-40B4-BE49-F238E27FC236}">
                <a16:creationId xmlns:a16="http://schemas.microsoft.com/office/drawing/2014/main" id="{53EA7056-CDAC-8CEB-A47A-A14B7AB96518}"/>
              </a:ext>
            </a:extLst>
          </p:cNvPr>
          <p:cNvSpPr/>
          <p:nvPr/>
        </p:nvSpPr>
        <p:spPr>
          <a:xfrm>
            <a:off x="4870000" y="3518750"/>
            <a:ext cx="580000" cy="22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7" name="Rectangle 4126">
            <a:extLst>
              <a:ext uri="{FF2B5EF4-FFF2-40B4-BE49-F238E27FC236}">
                <a16:creationId xmlns:a16="http://schemas.microsoft.com/office/drawing/2014/main" id="{A5D746BF-367E-5855-879B-2B770B0AEDFB}"/>
              </a:ext>
            </a:extLst>
          </p:cNvPr>
          <p:cNvSpPr/>
          <p:nvPr/>
        </p:nvSpPr>
        <p:spPr>
          <a:xfrm>
            <a:off x="4710000" y="31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168" name="Rectangle 4167">
            <a:extLst>
              <a:ext uri="{FF2B5EF4-FFF2-40B4-BE49-F238E27FC236}">
                <a16:creationId xmlns:a16="http://schemas.microsoft.com/office/drawing/2014/main" id="{1EA56907-8E29-9FC1-5AC3-B9A6F838C163}"/>
              </a:ext>
            </a:extLst>
          </p:cNvPr>
          <p:cNvSpPr/>
          <p:nvPr/>
        </p:nvSpPr>
        <p:spPr>
          <a:xfrm>
            <a:off x="471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10" name="Rectangle 4209">
            <a:extLst>
              <a:ext uri="{FF2B5EF4-FFF2-40B4-BE49-F238E27FC236}">
                <a16:creationId xmlns:a16="http://schemas.microsoft.com/office/drawing/2014/main" id="{F4A932D6-C782-A2FE-78D8-E5251588A115}"/>
              </a:ext>
            </a:extLst>
          </p:cNvPr>
          <p:cNvSpPr/>
          <p:nvPr/>
        </p:nvSpPr>
        <p:spPr>
          <a:xfrm>
            <a:off x="5750000" y="3212500"/>
            <a:ext cx="580000" cy="25375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3" name="Rectangle 4252">
            <a:extLst>
              <a:ext uri="{FF2B5EF4-FFF2-40B4-BE49-F238E27FC236}">
                <a16:creationId xmlns:a16="http://schemas.microsoft.com/office/drawing/2014/main" id="{1DB09AC2-13A5-B570-74AC-59350F2D9B99}"/>
              </a:ext>
            </a:extLst>
          </p:cNvPr>
          <p:cNvSpPr/>
          <p:nvPr/>
        </p:nvSpPr>
        <p:spPr>
          <a:xfrm>
            <a:off x="5590000" y="28125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97" name="Rectangle 4296">
            <a:extLst>
              <a:ext uri="{FF2B5EF4-FFF2-40B4-BE49-F238E27FC236}">
                <a16:creationId xmlns:a16="http://schemas.microsoft.com/office/drawing/2014/main" id="{319E40FC-F19E-672B-9A29-E8BB90543388}"/>
              </a:ext>
            </a:extLst>
          </p:cNvPr>
          <p:cNvSpPr/>
          <p:nvPr/>
        </p:nvSpPr>
        <p:spPr>
          <a:xfrm>
            <a:off x="55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342" name="Rectangle 4341">
            <a:extLst>
              <a:ext uri="{FF2B5EF4-FFF2-40B4-BE49-F238E27FC236}">
                <a16:creationId xmlns:a16="http://schemas.microsoft.com/office/drawing/2014/main" id="{0521E690-859D-E5A6-CB4E-2A6596A6B7E9}"/>
              </a:ext>
            </a:extLst>
          </p:cNvPr>
          <p:cNvSpPr/>
          <p:nvPr/>
        </p:nvSpPr>
        <p:spPr>
          <a:xfrm>
            <a:off x="6630000" y="2950000"/>
            <a:ext cx="580000" cy="28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8" name="Rectangle 4387">
            <a:extLst>
              <a:ext uri="{FF2B5EF4-FFF2-40B4-BE49-F238E27FC236}">
                <a16:creationId xmlns:a16="http://schemas.microsoft.com/office/drawing/2014/main" id="{3DF55DA7-3BFB-147A-8CC2-8E8FC19351C3}"/>
              </a:ext>
            </a:extLst>
          </p:cNvPr>
          <p:cNvSpPr/>
          <p:nvPr/>
        </p:nvSpPr>
        <p:spPr>
          <a:xfrm>
            <a:off x="6470000" y="2550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35" name="Rectangle 4434">
            <a:extLst>
              <a:ext uri="{FF2B5EF4-FFF2-40B4-BE49-F238E27FC236}">
                <a16:creationId xmlns:a16="http://schemas.microsoft.com/office/drawing/2014/main" id="{9E53807D-D420-6E3C-6A03-19FFCA780E45}"/>
              </a:ext>
            </a:extLst>
          </p:cNvPr>
          <p:cNvSpPr/>
          <p:nvPr/>
        </p:nvSpPr>
        <p:spPr>
          <a:xfrm>
            <a:off x="64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83" name="Rectangle: Rounded Corners 4482">
            <a:extLst>
              <a:ext uri="{FF2B5EF4-FFF2-40B4-BE49-F238E27FC236}">
                <a16:creationId xmlns:a16="http://schemas.microsoft.com/office/drawing/2014/main" id="{D61FB96F-03E7-BF0D-3263-2A5AEA5145B6}"/>
              </a:ext>
            </a:extLst>
          </p:cNvPr>
          <p:cNvSpPr/>
          <p:nvPr/>
        </p:nvSpPr>
        <p:spPr>
          <a:xfrm>
            <a:off x="7900000" y="2000000"/>
            <a:ext cx="3790000" cy="14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2" name="Rectangle: Rounded Corners 4531">
            <a:extLst>
              <a:ext uri="{FF2B5EF4-FFF2-40B4-BE49-F238E27FC236}">
                <a16:creationId xmlns:a16="http://schemas.microsoft.com/office/drawing/2014/main" id="{ADB6DAAF-FAD2-7BB8-96B9-3ED31515E039}"/>
              </a:ext>
            </a:extLst>
          </p:cNvPr>
          <p:cNvSpPr/>
          <p:nvPr/>
        </p:nvSpPr>
        <p:spPr>
          <a:xfrm>
            <a:off x="7950000" y="2050000"/>
            <a:ext cx="3690000" cy="13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2" name="Rectangle 4581">
            <a:extLst>
              <a:ext uri="{FF2B5EF4-FFF2-40B4-BE49-F238E27FC236}">
                <a16:creationId xmlns:a16="http://schemas.microsoft.com/office/drawing/2014/main" id="{BA0EC737-3D02-40D6-5DF6-DA8D51CD9E32}"/>
              </a:ext>
            </a:extLst>
          </p:cNvPr>
          <p:cNvSpPr/>
          <p:nvPr/>
        </p:nvSpPr>
        <p:spPr>
          <a:xfrm>
            <a:off x="8050000" y="2100000"/>
            <a:ext cx="3490000" cy="12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2023 il 64% delle famiglie ha una smart TV connessa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633" name="Rectangle 4632">
            <a:extLst>
              <a:ext uri="{FF2B5EF4-FFF2-40B4-BE49-F238E27FC236}">
                <a16:creationId xmlns:a16="http://schemas.microsoft.com/office/drawing/2014/main" id="{5D4FD687-8E0F-49F2-BD7D-E9917F02B97F}"/>
              </a:ext>
            </a:extLst>
          </p:cNvPr>
          <p:cNvSpPr/>
          <p:nvPr/>
        </p:nvSpPr>
        <p:spPr>
          <a:xfrm>
            <a:off x="7950000" y="360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5" name="Rectangle 4684">
            <a:extLst>
              <a:ext uri="{FF2B5EF4-FFF2-40B4-BE49-F238E27FC236}">
                <a16:creationId xmlns:a16="http://schemas.microsoft.com/office/drawing/2014/main" id="{80C7362F-24D6-A62C-3C39-32B737F920EC}"/>
              </a:ext>
            </a:extLst>
          </p:cNvPr>
          <p:cNvSpPr/>
          <p:nvPr/>
        </p:nvSpPr>
        <p:spPr>
          <a:xfrm>
            <a:off x="8100000" y="368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+40 punti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38" name="Rectangle 4737">
            <a:extLst>
              <a:ext uri="{FF2B5EF4-FFF2-40B4-BE49-F238E27FC236}">
                <a16:creationId xmlns:a16="http://schemas.microsoft.com/office/drawing/2014/main" id="{F6F678B1-0C26-CE27-CE91-E987D88217D2}"/>
              </a:ext>
            </a:extLst>
          </p:cNvPr>
          <p:cNvSpPr/>
          <p:nvPr/>
        </p:nvSpPr>
        <p:spPr>
          <a:xfrm>
            <a:off x="8100000" y="42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 crescita dal 2017 al 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92" name="Rectangle 4791">
            <a:extLst>
              <a:ext uri="{FF2B5EF4-FFF2-40B4-BE49-F238E27FC236}">
                <a16:creationId xmlns:a16="http://schemas.microsoft.com/office/drawing/2014/main" id="{6C9573A0-6630-B075-F39E-BBAA80582A98}"/>
              </a:ext>
            </a:extLst>
          </p:cNvPr>
          <p:cNvSpPr/>
          <p:nvPr/>
        </p:nvSpPr>
        <p:spPr>
          <a:xfrm>
            <a:off x="7950000" y="482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7" name="Rectangle 4846">
            <a:extLst>
              <a:ext uri="{FF2B5EF4-FFF2-40B4-BE49-F238E27FC236}">
                <a16:creationId xmlns:a16="http://schemas.microsoft.com/office/drawing/2014/main" id="{711FEA07-8FF0-620F-70A3-652ABD80345F}"/>
              </a:ext>
            </a:extLst>
          </p:cNvPr>
          <p:cNvSpPr/>
          <p:nvPr/>
        </p:nvSpPr>
        <p:spPr>
          <a:xfrm>
            <a:off x="8100000" y="490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03" name="Rectangle 4902">
            <a:extLst>
              <a:ext uri="{FF2B5EF4-FFF2-40B4-BE49-F238E27FC236}">
                <a16:creationId xmlns:a16="http://schemas.microsoft.com/office/drawing/2014/main" id="{A20FB642-CB2C-A47A-AD5B-78837D4DC986}"/>
              </a:ext>
            </a:extLst>
          </p:cNvPr>
          <p:cNvSpPr/>
          <p:nvPr/>
        </p:nvSpPr>
        <p:spPr>
          <a:xfrm>
            <a:off x="8100000" y="542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schermi connessi per famiglia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9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8" name="Rectangle 14907">
            <a:extLst>
              <a:ext uri="{FF2B5EF4-FFF2-40B4-BE49-F238E27FC236}">
                <a16:creationId xmlns:a16="http://schemas.microsoft.com/office/drawing/2014/main" id="{DD5A296F-07D7-7923-8A84-C238301A005B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0" name="Rectangle 14909">
            <a:extLst>
              <a:ext uri="{FF2B5EF4-FFF2-40B4-BE49-F238E27FC236}">
                <a16:creationId xmlns:a16="http://schemas.microsoft.com/office/drawing/2014/main" id="{AB4D7FC2-604E-D68B-C969-1D59BE4942B6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3" name="Rectangle 14912">
            <a:extLst>
              <a:ext uri="{FF2B5EF4-FFF2-40B4-BE49-F238E27FC236}">
                <a16:creationId xmlns:a16="http://schemas.microsoft.com/office/drawing/2014/main" id="{ECF3CEEF-7E58-1B91-1AC6-08EDF9949C55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7" name="Rectangle 14916">
            <a:extLst>
              <a:ext uri="{FF2B5EF4-FFF2-40B4-BE49-F238E27FC236}">
                <a16:creationId xmlns:a16="http://schemas.microsoft.com/office/drawing/2014/main" id="{621080C3-BC0D-7520-AE1C-96F3C04B42FE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2" name="Rectangle 14921">
            <a:extLst>
              <a:ext uri="{FF2B5EF4-FFF2-40B4-BE49-F238E27FC236}">
                <a16:creationId xmlns:a16="http://schemas.microsoft.com/office/drawing/2014/main" id="{C1514BA1-8EB8-E93A-FD9C-F98FD896F6A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8" name="Rectangle 14927">
            <a:extLst>
              <a:ext uri="{FF2B5EF4-FFF2-40B4-BE49-F238E27FC236}">
                <a16:creationId xmlns:a16="http://schemas.microsoft.com/office/drawing/2014/main" id="{93C23D9F-1A18-052A-85A8-884CBC76462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35" name="Rectangle 14934">
            <a:extLst>
              <a:ext uri="{FF2B5EF4-FFF2-40B4-BE49-F238E27FC236}">
                <a16:creationId xmlns:a16="http://schemas.microsoft.com/office/drawing/2014/main" id="{9AF98FF5-4903-8A9E-F060-90B17591CF5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43" name="Rectangle 14942">
            <a:extLst>
              <a:ext uri="{FF2B5EF4-FFF2-40B4-BE49-F238E27FC236}">
                <a16:creationId xmlns:a16="http://schemas.microsoft.com/office/drawing/2014/main" id="{CE68D025-CD77-51E4-5A2A-B2E02C880FB1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52" name="Rectangle 14951">
            <a:extLst>
              <a:ext uri="{FF2B5EF4-FFF2-40B4-BE49-F238E27FC236}">
                <a16:creationId xmlns:a16="http://schemas.microsoft.com/office/drawing/2014/main" id="{C894C6C0-9BA8-ABC6-CDED-E63E1CF9164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62" name="Rectangle 14961">
            <a:extLst>
              <a:ext uri="{FF2B5EF4-FFF2-40B4-BE49-F238E27FC236}">
                <a16:creationId xmlns:a16="http://schemas.microsoft.com/office/drawing/2014/main" id="{ED95F34E-1851-B433-106B-8AB3ECDB5E9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3" name="Rectangle 14972">
            <a:extLst>
              <a:ext uri="{FF2B5EF4-FFF2-40B4-BE49-F238E27FC236}">
                <a16:creationId xmlns:a16="http://schemas.microsoft.com/office/drawing/2014/main" id="{E6DD1417-FCEC-F8CB-9B46-71286F74FF33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85" name="Rectangle 14984">
            <a:extLst>
              <a:ext uri="{FF2B5EF4-FFF2-40B4-BE49-F238E27FC236}">
                <a16:creationId xmlns:a16="http://schemas.microsoft.com/office/drawing/2014/main" id="{D974125C-34DA-5D39-D9A5-0694FB8200BB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98" name="Rectangle: Rounded Corners 14997">
            <a:extLst>
              <a:ext uri="{FF2B5EF4-FFF2-40B4-BE49-F238E27FC236}">
                <a16:creationId xmlns:a16="http://schemas.microsoft.com/office/drawing/2014/main" id="{39B0ECD6-7582-6F24-7CE0-7B5A58A347E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GREEN MOVE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12" name="Rectangle 15011">
            <a:extLst>
              <a:ext uri="{FF2B5EF4-FFF2-40B4-BE49-F238E27FC236}">
                <a16:creationId xmlns:a16="http://schemas.microsoft.com/office/drawing/2014/main" id="{446B2568-C283-69AB-154F-F0B4C718066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Mobilità elettrica per area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27" name="Rectangle 15026">
            <a:extLst>
              <a:ext uri="{FF2B5EF4-FFF2-40B4-BE49-F238E27FC236}">
                <a16:creationId xmlns:a16="http://schemas.microsoft.com/office/drawing/2014/main" id="{015C07C8-67AE-B36E-D18A-D0F6BF3B4BF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di auto elettriche e ibride plug-in sulle nuove immatricolazioni, 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43" name="Rectangle 15042">
            <a:extLst>
              <a:ext uri="{FF2B5EF4-FFF2-40B4-BE49-F238E27FC236}">
                <a16:creationId xmlns:a16="http://schemas.microsoft.com/office/drawing/2014/main" id="{AFB17675-3643-571F-9BD0-ACB86B3A48A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60" name="Rectangle: Rounded Corners 15059">
            <a:extLst>
              <a:ext uri="{FF2B5EF4-FFF2-40B4-BE49-F238E27FC236}">
                <a16:creationId xmlns:a16="http://schemas.microsoft.com/office/drawing/2014/main" id="{451F9DA2-F585-D66D-F3DB-B3E9564FD4BF}"/>
              </a:ext>
            </a:extLst>
          </p:cNvPr>
          <p:cNvSpPr/>
          <p:nvPr/>
        </p:nvSpPr>
        <p:spPr>
          <a:xfrm>
            <a:off x="500000" y="2000000"/>
            <a:ext cx="360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8" name="Rectangle: Rounded Corners 15077">
            <a:extLst>
              <a:ext uri="{FF2B5EF4-FFF2-40B4-BE49-F238E27FC236}">
                <a16:creationId xmlns:a16="http://schemas.microsoft.com/office/drawing/2014/main" id="{A19F74B7-4BBA-5351-853E-00F6AAEC53CF}"/>
              </a:ext>
            </a:extLst>
          </p:cNvPr>
          <p:cNvSpPr/>
          <p:nvPr/>
        </p:nvSpPr>
        <p:spPr>
          <a:xfrm>
            <a:off x="550000" y="2050000"/>
            <a:ext cx="350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7" name="Rectangle 15096">
            <a:extLst>
              <a:ext uri="{FF2B5EF4-FFF2-40B4-BE49-F238E27FC236}">
                <a16:creationId xmlns:a16="http://schemas.microsoft.com/office/drawing/2014/main" id="{A6035442-79A9-6E33-93B2-4BF31C134D5C}"/>
              </a:ext>
            </a:extLst>
          </p:cNvPr>
          <p:cNvSpPr/>
          <p:nvPr/>
        </p:nvSpPr>
        <p:spPr>
          <a:xfrm>
            <a:off x="700000" y="2280000"/>
            <a:ext cx="32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Colonnine di ricarica pubbliche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17" name="Rectangle 15116">
            <a:extLst>
              <a:ext uri="{FF2B5EF4-FFF2-40B4-BE49-F238E27FC236}">
                <a16:creationId xmlns:a16="http://schemas.microsoft.com/office/drawing/2014/main" id="{1C17CDC9-7F9C-55D9-79C1-34DE9895EFB2}"/>
              </a:ext>
            </a:extLst>
          </p:cNvPr>
          <p:cNvSpPr/>
          <p:nvPr/>
        </p:nvSpPr>
        <p:spPr>
          <a:xfrm>
            <a:off x="700000" y="2900000"/>
            <a:ext cx="3200000" cy="8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41.100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38" name="Rectangle 15137">
            <a:extLst>
              <a:ext uri="{FF2B5EF4-FFF2-40B4-BE49-F238E27FC236}">
                <a16:creationId xmlns:a16="http://schemas.microsoft.com/office/drawing/2014/main" id="{3CAC457D-69BD-C9C7-0528-3F489BF3087B}"/>
              </a:ext>
            </a:extLst>
          </p:cNvPr>
          <p:cNvSpPr/>
          <p:nvPr/>
        </p:nvSpPr>
        <p:spPr>
          <a:xfrm>
            <a:off x="700000" y="3720000"/>
            <a:ext cx="32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punti attivi a fine 2023, +19%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60" name="Rectangle 15159">
            <a:extLst>
              <a:ext uri="{FF2B5EF4-FFF2-40B4-BE49-F238E27FC236}">
                <a16:creationId xmlns:a16="http://schemas.microsoft.com/office/drawing/2014/main" id="{EE53B7A1-06A6-08C9-4312-8A13DDCCC145}"/>
              </a:ext>
            </a:extLst>
          </p:cNvPr>
          <p:cNvSpPr/>
          <p:nvPr/>
        </p:nvSpPr>
        <p:spPr>
          <a:xfrm>
            <a:off x="800000" y="4600000"/>
            <a:ext cx="30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OBIETTIVO 2024: 55.000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83" name="Flowchart: Terminator 15182">
            <a:extLst>
              <a:ext uri="{FF2B5EF4-FFF2-40B4-BE49-F238E27FC236}">
                <a16:creationId xmlns:a16="http://schemas.microsoft.com/office/drawing/2014/main" id="{5B3153C8-9EBE-087C-608F-787146025D4C}"/>
              </a:ext>
            </a:extLst>
          </p:cNvPr>
          <p:cNvSpPr/>
          <p:nvPr/>
        </p:nvSpPr>
        <p:spPr>
          <a:xfrm>
            <a:off x="800000" y="5020000"/>
            <a:ext cx="3000000" cy="300000"/>
          </a:xfrm>
          <a:prstGeom prst="flowChartTerminator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7" name="Flowchart: Terminator 15206">
            <a:extLst>
              <a:ext uri="{FF2B5EF4-FFF2-40B4-BE49-F238E27FC236}">
                <a16:creationId xmlns:a16="http://schemas.microsoft.com/office/drawing/2014/main" id="{54614379-D859-F092-ADD3-698498A374D6}"/>
              </a:ext>
            </a:extLst>
          </p:cNvPr>
          <p:cNvSpPr/>
          <p:nvPr/>
        </p:nvSpPr>
        <p:spPr>
          <a:xfrm>
            <a:off x="800000" y="5020000"/>
            <a:ext cx="2241818" cy="3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2" name="Rectangle 15231">
            <a:extLst>
              <a:ext uri="{FF2B5EF4-FFF2-40B4-BE49-F238E27FC236}">
                <a16:creationId xmlns:a16="http://schemas.microsoft.com/office/drawing/2014/main" id="{85929BAE-21C6-D4B2-E35F-EDDC8150FA60}"/>
              </a:ext>
            </a:extLst>
          </p:cNvPr>
          <p:cNvSpPr/>
          <p:nvPr/>
        </p:nvSpPr>
        <p:spPr>
          <a:xfrm>
            <a:off x="800000" y="5380000"/>
            <a:ext cx="30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75% dell'obiettivo raggiunto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58" name="Rectangle: Rounded Corners 15257">
            <a:extLst>
              <a:ext uri="{FF2B5EF4-FFF2-40B4-BE49-F238E27FC236}">
                <a16:creationId xmlns:a16="http://schemas.microsoft.com/office/drawing/2014/main" id="{12F0CF2D-EDA7-031E-081B-09D7FA4F3FD1}"/>
              </a:ext>
            </a:extLst>
          </p:cNvPr>
          <p:cNvSpPr/>
          <p:nvPr/>
        </p:nvSpPr>
        <p:spPr>
          <a:xfrm>
            <a:off x="4400000" y="2000000"/>
            <a:ext cx="72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5" name="Rectangle: Rounded Corners 15284">
            <a:extLst>
              <a:ext uri="{FF2B5EF4-FFF2-40B4-BE49-F238E27FC236}">
                <a16:creationId xmlns:a16="http://schemas.microsoft.com/office/drawing/2014/main" id="{5391B8A5-E7E3-CB37-E6B3-D6318E84F8FB}"/>
              </a:ext>
            </a:extLst>
          </p:cNvPr>
          <p:cNvSpPr/>
          <p:nvPr/>
        </p:nvSpPr>
        <p:spPr>
          <a:xfrm>
            <a:off x="4450000" y="2050000"/>
            <a:ext cx="71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3" name="Rectangle 15312">
            <a:extLst>
              <a:ext uri="{FF2B5EF4-FFF2-40B4-BE49-F238E27FC236}">
                <a16:creationId xmlns:a16="http://schemas.microsoft.com/office/drawing/2014/main" id="{0BABC58E-D7AB-BCF2-C6E1-4753989106C1}"/>
              </a:ext>
            </a:extLst>
          </p:cNvPr>
          <p:cNvSpPr/>
          <p:nvPr/>
        </p:nvSpPr>
        <p:spPr>
          <a:xfrm>
            <a:off x="4550000" y="2100000"/>
            <a:ext cx="69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2023 il Nord vale il 43% delle immatricolazioni elettriche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42" name="Rectangle 15341">
            <a:extLst>
              <a:ext uri="{FF2B5EF4-FFF2-40B4-BE49-F238E27FC236}">
                <a16:creationId xmlns:a16="http://schemas.microsoft.com/office/drawing/2014/main" id="{54D77308-A9D8-AFCD-A255-1829532E4BD0}"/>
              </a:ext>
            </a:extLst>
          </p:cNvPr>
          <p:cNvSpPr/>
          <p:nvPr/>
        </p:nvSpPr>
        <p:spPr>
          <a:xfrm>
            <a:off x="4450000" y="3020000"/>
            <a:ext cx="4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QUOTA PER AREA GEOGRAFICA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99BE4AF7-EEED-DB45-78B4-6A1298DAF033}"/>
              </a:ext>
            </a:extLst>
          </p:cNvPr>
          <p:cNvSpPr/>
          <p:nvPr/>
        </p:nvSpPr>
        <p:spPr>
          <a:xfrm>
            <a:off x="4450000" y="348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Nord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03" name="Flowchart: Terminator 15402">
            <a:extLst>
              <a:ext uri="{FF2B5EF4-FFF2-40B4-BE49-F238E27FC236}">
                <a16:creationId xmlns:a16="http://schemas.microsoft.com/office/drawing/2014/main" id="{E42E012A-44B0-5F3D-8675-1F7B924C04B1}"/>
              </a:ext>
            </a:extLst>
          </p:cNvPr>
          <p:cNvSpPr/>
          <p:nvPr/>
        </p:nvSpPr>
        <p:spPr>
          <a:xfrm>
            <a:off x="5850000" y="3450000"/>
            <a:ext cx="56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12,6%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35" name="Rectangle 15434">
            <a:extLst>
              <a:ext uri="{FF2B5EF4-FFF2-40B4-BE49-F238E27FC236}">
                <a16:creationId xmlns:a16="http://schemas.microsoft.com/office/drawing/2014/main" id="{EDE3EBFC-2BC7-5895-0A83-B5B9C275D83B}"/>
              </a:ext>
            </a:extLst>
          </p:cNvPr>
          <p:cNvSpPr/>
          <p:nvPr/>
        </p:nvSpPr>
        <p:spPr>
          <a:xfrm>
            <a:off x="4450000" y="41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Centro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68" name="Flowchart: Terminator 15467">
            <a:extLst>
              <a:ext uri="{FF2B5EF4-FFF2-40B4-BE49-F238E27FC236}">
                <a16:creationId xmlns:a16="http://schemas.microsoft.com/office/drawing/2014/main" id="{9988FE51-5FBD-3581-5C6F-AE8FAAD53073}"/>
              </a:ext>
            </a:extLst>
          </p:cNvPr>
          <p:cNvSpPr/>
          <p:nvPr/>
        </p:nvSpPr>
        <p:spPr>
          <a:xfrm>
            <a:off x="5850000" y="4110000"/>
            <a:ext cx="3866666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8,7%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02" name="Rectangle 15501">
            <a:extLst>
              <a:ext uri="{FF2B5EF4-FFF2-40B4-BE49-F238E27FC236}">
                <a16:creationId xmlns:a16="http://schemas.microsoft.com/office/drawing/2014/main" id="{DFA4EF29-C54E-1F8D-CDDC-C485C865B820}"/>
              </a:ext>
            </a:extLst>
          </p:cNvPr>
          <p:cNvSpPr/>
          <p:nvPr/>
        </p:nvSpPr>
        <p:spPr>
          <a:xfrm>
            <a:off x="4450000" y="48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37" name="Flowchart: Terminator 15536">
            <a:extLst>
              <a:ext uri="{FF2B5EF4-FFF2-40B4-BE49-F238E27FC236}">
                <a16:creationId xmlns:a16="http://schemas.microsoft.com/office/drawing/2014/main" id="{5B8AB451-99B3-D1E6-09C7-E96547AC0CA6}"/>
              </a:ext>
            </a:extLst>
          </p:cNvPr>
          <p:cNvSpPr/>
          <p:nvPr/>
        </p:nvSpPr>
        <p:spPr>
          <a:xfrm>
            <a:off x="5850000" y="4770000"/>
            <a:ext cx="1955555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4,4%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73" name="Rectangle 15572">
            <a:extLst>
              <a:ext uri="{FF2B5EF4-FFF2-40B4-BE49-F238E27FC236}">
                <a16:creationId xmlns:a16="http://schemas.microsoft.com/office/drawing/2014/main" id="{FF662441-0CE3-3111-F43D-3D9555AD6207}"/>
              </a:ext>
            </a:extLst>
          </p:cNvPr>
          <p:cNvSpPr/>
          <p:nvPr/>
        </p:nvSpPr>
        <p:spPr>
          <a:xfrm>
            <a:off x="4450000" y="546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0" name="Flowchart: Terminator 15609">
            <a:extLst>
              <a:ext uri="{FF2B5EF4-FFF2-40B4-BE49-F238E27FC236}">
                <a16:creationId xmlns:a16="http://schemas.microsoft.com/office/drawing/2014/main" id="{4F94E644-89F3-86D5-E208-CCBAA399DE91}"/>
              </a:ext>
            </a:extLst>
          </p:cNvPr>
          <p:cNvSpPr/>
          <p:nvPr/>
        </p:nvSpPr>
        <p:spPr>
          <a:xfrm>
            <a:off x="5850000" y="5430000"/>
            <a:ext cx="1644444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3,7%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3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6" name="Rectangle 7415">
            <a:extLst>
              <a:ext uri="{FF2B5EF4-FFF2-40B4-BE49-F238E27FC236}">
                <a16:creationId xmlns:a16="http://schemas.microsoft.com/office/drawing/2014/main" id="{CCCBBF4B-D517-8D31-8B74-B85F1E577694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18" name="Rectangle 7417">
            <a:extLst>
              <a:ext uri="{FF2B5EF4-FFF2-40B4-BE49-F238E27FC236}">
                <a16:creationId xmlns:a16="http://schemas.microsoft.com/office/drawing/2014/main" id="{99961FE7-E67C-54A0-6749-EB674B290E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1" name="Rectangle 7420">
            <a:extLst>
              <a:ext uri="{FF2B5EF4-FFF2-40B4-BE49-F238E27FC236}">
                <a16:creationId xmlns:a16="http://schemas.microsoft.com/office/drawing/2014/main" id="{1812493E-F288-9A1D-CF4A-A9766995E46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5" name="Rectangle 7424">
            <a:extLst>
              <a:ext uri="{FF2B5EF4-FFF2-40B4-BE49-F238E27FC236}">
                <a16:creationId xmlns:a16="http://schemas.microsoft.com/office/drawing/2014/main" id="{37629ACD-75D5-8FC0-E198-72D511A126B8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0" name="Rectangle 7429">
            <a:extLst>
              <a:ext uri="{FF2B5EF4-FFF2-40B4-BE49-F238E27FC236}">
                <a16:creationId xmlns:a16="http://schemas.microsoft.com/office/drawing/2014/main" id="{5F2A9AB9-A8CE-FB92-3DB7-2CA1FC4022F6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6" name="Rectangle 7435">
            <a:extLst>
              <a:ext uri="{FF2B5EF4-FFF2-40B4-BE49-F238E27FC236}">
                <a16:creationId xmlns:a16="http://schemas.microsoft.com/office/drawing/2014/main" id="{D65316B9-8481-1F4A-E7DF-DA3C290FFE8C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43" name="Rectangle 7442">
            <a:extLst>
              <a:ext uri="{FF2B5EF4-FFF2-40B4-BE49-F238E27FC236}">
                <a16:creationId xmlns:a16="http://schemas.microsoft.com/office/drawing/2014/main" id="{1ED97B59-0319-6927-47D6-B50D567ACF6D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51" name="Rectangle 7450">
            <a:extLst>
              <a:ext uri="{FF2B5EF4-FFF2-40B4-BE49-F238E27FC236}">
                <a16:creationId xmlns:a16="http://schemas.microsoft.com/office/drawing/2014/main" id="{1E4C0FFD-B098-8C68-7CE4-3EA1A0B1E65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60" name="Rectangle 7459">
            <a:extLst>
              <a:ext uri="{FF2B5EF4-FFF2-40B4-BE49-F238E27FC236}">
                <a16:creationId xmlns:a16="http://schemas.microsoft.com/office/drawing/2014/main" id="{F75C8A55-A834-4F65-F437-3D8B2C39DB6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0" name="Rectangle 7469">
            <a:extLst>
              <a:ext uri="{FF2B5EF4-FFF2-40B4-BE49-F238E27FC236}">
                <a16:creationId xmlns:a16="http://schemas.microsoft.com/office/drawing/2014/main" id="{BDD0E7A3-5883-B8A6-1F8F-903FF7F6BF1A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81" name="Rectangle 7480">
            <a:extLst>
              <a:ext uri="{FF2B5EF4-FFF2-40B4-BE49-F238E27FC236}">
                <a16:creationId xmlns:a16="http://schemas.microsoft.com/office/drawing/2014/main" id="{358BAD23-2E08-FBDB-F1DD-8407B71E027C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3" name="Rectangle 7492">
            <a:extLst>
              <a:ext uri="{FF2B5EF4-FFF2-40B4-BE49-F238E27FC236}">
                <a16:creationId xmlns:a16="http://schemas.microsoft.com/office/drawing/2014/main" id="{1C05C8EB-CC09-CA7D-FAE9-8CBFB7876903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06" name="Rectangle: Rounded Corners 7505">
            <a:extLst>
              <a:ext uri="{FF2B5EF4-FFF2-40B4-BE49-F238E27FC236}">
                <a16:creationId xmlns:a16="http://schemas.microsoft.com/office/drawing/2014/main" id="{742E73A0-8672-A78D-F296-B89B36E03D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GRAN TOUR 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20" name="Rectangle 7519">
            <a:extLst>
              <a:ext uri="{FF2B5EF4-FFF2-40B4-BE49-F238E27FC236}">
                <a16:creationId xmlns:a16="http://schemas.microsoft.com/office/drawing/2014/main" id="{11143EAA-4923-E166-8C65-D251050A410B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Ciclismo: l'audience tappa per tappa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35" name="Rectangle 7534">
            <a:extLst>
              <a:ext uri="{FF2B5EF4-FFF2-40B4-BE49-F238E27FC236}">
                <a16:creationId xmlns:a16="http://schemas.microsoft.com/office/drawing/2014/main" id="{C6DC1CB6-4295-9B26-667D-231F920CB982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in TV per le otto tappe principali, in milioni, edizione 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51" name="Rectangle 7550">
            <a:extLst>
              <a:ext uri="{FF2B5EF4-FFF2-40B4-BE49-F238E27FC236}">
                <a16:creationId xmlns:a16="http://schemas.microsoft.com/office/drawing/2014/main" id="{75289A40-8897-F097-510B-1953A9B7D81D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68" name="Rectangle: Rounded Corners 7567">
            <a:extLst>
              <a:ext uri="{FF2B5EF4-FFF2-40B4-BE49-F238E27FC236}">
                <a16:creationId xmlns:a16="http://schemas.microsoft.com/office/drawing/2014/main" id="{DDE08D16-0FA0-05AA-591C-8FCDE378F6C0}"/>
              </a:ext>
            </a:extLst>
          </p:cNvPr>
          <p:cNvSpPr/>
          <p:nvPr/>
        </p:nvSpPr>
        <p:spPr>
          <a:xfrm>
            <a:off x="500000" y="2000000"/>
            <a:ext cx="745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6" name="Rectangle: Rounded Corners 7585">
            <a:extLst>
              <a:ext uri="{FF2B5EF4-FFF2-40B4-BE49-F238E27FC236}">
                <a16:creationId xmlns:a16="http://schemas.microsoft.com/office/drawing/2014/main" id="{E528DF24-DE28-A7E7-623F-6F07555A6541}"/>
              </a:ext>
            </a:extLst>
          </p:cNvPr>
          <p:cNvSpPr/>
          <p:nvPr/>
        </p:nvSpPr>
        <p:spPr>
          <a:xfrm>
            <a:off x="550000" y="2050000"/>
            <a:ext cx="735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05" name="Rectangle 7604">
            <a:extLst>
              <a:ext uri="{FF2B5EF4-FFF2-40B4-BE49-F238E27FC236}">
                <a16:creationId xmlns:a16="http://schemas.microsoft.com/office/drawing/2014/main" id="{0945A99E-48ED-8BCB-A352-15D9A09E3DCB}"/>
              </a:ext>
            </a:extLst>
          </p:cNvPr>
          <p:cNvSpPr/>
          <p:nvPr/>
        </p:nvSpPr>
        <p:spPr>
          <a:xfrm>
            <a:off x="650000" y="2100000"/>
            <a:ext cx="715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2023 l'arrivo in salita porta l'audience a 2,8 volte la prima tappa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25" name="Rectangle 7624">
            <a:extLst>
              <a:ext uri="{FF2B5EF4-FFF2-40B4-BE49-F238E27FC236}">
                <a16:creationId xmlns:a16="http://schemas.microsoft.com/office/drawing/2014/main" id="{467B8E16-8319-572C-D9AB-4D6FBE0A7C2E}"/>
              </a:ext>
            </a:extLst>
          </p:cNvPr>
          <p:cNvSpPr/>
          <p:nvPr/>
        </p:nvSpPr>
        <p:spPr>
          <a:xfrm>
            <a:off x="1100000" y="569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6" name="Rectangle 7645">
            <a:extLst>
              <a:ext uri="{FF2B5EF4-FFF2-40B4-BE49-F238E27FC236}">
                <a16:creationId xmlns:a16="http://schemas.microsoft.com/office/drawing/2014/main" id="{04EB9D00-2F4B-805B-2650-105148E3AE73}"/>
              </a:ext>
            </a:extLst>
          </p:cNvPr>
          <p:cNvSpPr/>
          <p:nvPr/>
        </p:nvSpPr>
        <p:spPr>
          <a:xfrm>
            <a:off x="450000" y="552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68" name="Rectangle 7667">
            <a:extLst>
              <a:ext uri="{FF2B5EF4-FFF2-40B4-BE49-F238E27FC236}">
                <a16:creationId xmlns:a16="http://schemas.microsoft.com/office/drawing/2014/main" id="{319C5EE6-1DA9-9740-DB95-08848FF32247}"/>
              </a:ext>
            </a:extLst>
          </p:cNvPr>
          <p:cNvSpPr/>
          <p:nvPr/>
        </p:nvSpPr>
        <p:spPr>
          <a:xfrm>
            <a:off x="1100000" y="5056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91" name="Rectangle 7690">
            <a:extLst>
              <a:ext uri="{FF2B5EF4-FFF2-40B4-BE49-F238E27FC236}">
                <a16:creationId xmlns:a16="http://schemas.microsoft.com/office/drawing/2014/main" id="{4656E4EC-05E0-A2B5-BBA0-E05F28F94DCF}"/>
              </a:ext>
            </a:extLst>
          </p:cNvPr>
          <p:cNvSpPr/>
          <p:nvPr/>
        </p:nvSpPr>
        <p:spPr>
          <a:xfrm>
            <a:off x="450000" y="4882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1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15" name="Rectangle 7714">
            <a:extLst>
              <a:ext uri="{FF2B5EF4-FFF2-40B4-BE49-F238E27FC236}">
                <a16:creationId xmlns:a16="http://schemas.microsoft.com/office/drawing/2014/main" id="{3B3B2FA2-B5ED-0C57-123E-05EB824C8490}"/>
              </a:ext>
            </a:extLst>
          </p:cNvPr>
          <p:cNvSpPr/>
          <p:nvPr/>
        </p:nvSpPr>
        <p:spPr>
          <a:xfrm>
            <a:off x="1100000" y="4419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0" name="Rectangle 7739">
            <a:extLst>
              <a:ext uri="{FF2B5EF4-FFF2-40B4-BE49-F238E27FC236}">
                <a16:creationId xmlns:a16="http://schemas.microsoft.com/office/drawing/2014/main" id="{FEDF982A-1BF1-B530-427F-075175BD4F58}"/>
              </a:ext>
            </a:extLst>
          </p:cNvPr>
          <p:cNvSpPr/>
          <p:nvPr/>
        </p:nvSpPr>
        <p:spPr>
          <a:xfrm>
            <a:off x="450000" y="4245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66" name="Rectangle 7765">
            <a:extLst>
              <a:ext uri="{FF2B5EF4-FFF2-40B4-BE49-F238E27FC236}">
                <a16:creationId xmlns:a16="http://schemas.microsoft.com/office/drawing/2014/main" id="{D44F88A0-F700-400F-165B-0B4E640CFD05}"/>
              </a:ext>
            </a:extLst>
          </p:cNvPr>
          <p:cNvSpPr/>
          <p:nvPr/>
        </p:nvSpPr>
        <p:spPr>
          <a:xfrm>
            <a:off x="1100000" y="3781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3" name="Rectangle 7792">
            <a:extLst>
              <a:ext uri="{FF2B5EF4-FFF2-40B4-BE49-F238E27FC236}">
                <a16:creationId xmlns:a16="http://schemas.microsoft.com/office/drawing/2014/main" id="{209209BF-EB17-E7CC-7776-BCEFA52F2E56}"/>
              </a:ext>
            </a:extLst>
          </p:cNvPr>
          <p:cNvSpPr/>
          <p:nvPr/>
        </p:nvSpPr>
        <p:spPr>
          <a:xfrm>
            <a:off x="450000" y="3607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3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21" name="Rectangle 7820">
            <a:extLst>
              <a:ext uri="{FF2B5EF4-FFF2-40B4-BE49-F238E27FC236}">
                <a16:creationId xmlns:a16="http://schemas.microsoft.com/office/drawing/2014/main" id="{68C87ED4-05D1-39E2-0134-6104E4A0AC02}"/>
              </a:ext>
            </a:extLst>
          </p:cNvPr>
          <p:cNvSpPr/>
          <p:nvPr/>
        </p:nvSpPr>
        <p:spPr>
          <a:xfrm>
            <a:off x="1100000" y="314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50" name="Rectangle 7849">
            <a:extLst>
              <a:ext uri="{FF2B5EF4-FFF2-40B4-BE49-F238E27FC236}">
                <a16:creationId xmlns:a16="http://schemas.microsoft.com/office/drawing/2014/main" id="{49E367D9-C4FC-A20E-61B9-EEB1C267EECA}"/>
              </a:ext>
            </a:extLst>
          </p:cNvPr>
          <p:cNvSpPr/>
          <p:nvPr/>
        </p:nvSpPr>
        <p:spPr>
          <a:xfrm>
            <a:off x="450000" y="297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80" name="Rectangle 7879">
            <a:extLst>
              <a:ext uri="{FF2B5EF4-FFF2-40B4-BE49-F238E27FC236}">
                <a16:creationId xmlns:a16="http://schemas.microsoft.com/office/drawing/2014/main" id="{B4C0E191-38C7-D61E-D91B-61A39CA43F3D}"/>
              </a:ext>
            </a:extLst>
          </p:cNvPr>
          <p:cNvSpPr/>
          <p:nvPr/>
        </p:nvSpPr>
        <p:spPr>
          <a:xfrm rot="21088154">
            <a:off x="1445245" y="4919125"/>
            <a:ext cx="859509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1" name="Rectangle 7910">
            <a:extLst>
              <a:ext uri="{FF2B5EF4-FFF2-40B4-BE49-F238E27FC236}">
                <a16:creationId xmlns:a16="http://schemas.microsoft.com/office/drawing/2014/main" id="{870D09AE-A57D-E4DE-9EF6-EE3AF4189BD5}"/>
              </a:ext>
            </a:extLst>
          </p:cNvPr>
          <p:cNvSpPr/>
          <p:nvPr/>
        </p:nvSpPr>
        <p:spPr>
          <a:xfrm rot="21342651">
            <a:off x="2298806" y="4823500"/>
            <a:ext cx="85238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3" name="Rectangle 7942">
            <a:extLst>
              <a:ext uri="{FF2B5EF4-FFF2-40B4-BE49-F238E27FC236}">
                <a16:creationId xmlns:a16="http://schemas.microsoft.com/office/drawing/2014/main" id="{62833C8C-0B06-037B-90E8-EA522F6546DB}"/>
              </a:ext>
            </a:extLst>
          </p:cNvPr>
          <p:cNvSpPr/>
          <p:nvPr/>
        </p:nvSpPr>
        <p:spPr>
          <a:xfrm rot="20839177">
            <a:off x="3139375" y="4696000"/>
            <a:ext cx="87125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6" name="Rectangle 7975">
            <a:extLst>
              <a:ext uri="{FF2B5EF4-FFF2-40B4-BE49-F238E27FC236}">
                <a16:creationId xmlns:a16="http://schemas.microsoft.com/office/drawing/2014/main" id="{A50CD079-9ED0-DF16-03D8-F45F6FDDF5D8}"/>
              </a:ext>
            </a:extLst>
          </p:cNvPr>
          <p:cNvSpPr/>
          <p:nvPr/>
        </p:nvSpPr>
        <p:spPr>
          <a:xfrm rot="20366637">
            <a:off x="3971099" y="4441000"/>
            <a:ext cx="90780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0" name="Rectangle 8009">
            <a:extLst>
              <a:ext uri="{FF2B5EF4-FFF2-40B4-BE49-F238E27FC236}">
                <a16:creationId xmlns:a16="http://schemas.microsoft.com/office/drawing/2014/main" id="{AC9D942B-2368-1AC6-C1DD-F495FD0424DB}"/>
              </a:ext>
            </a:extLst>
          </p:cNvPr>
          <p:cNvSpPr/>
          <p:nvPr/>
        </p:nvSpPr>
        <p:spPr>
          <a:xfrm rot="511846">
            <a:off x="4845245" y="4345375"/>
            <a:ext cx="859509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5" name="Rectangle 8044">
            <a:extLst>
              <a:ext uri="{FF2B5EF4-FFF2-40B4-BE49-F238E27FC236}">
                <a16:creationId xmlns:a16="http://schemas.microsoft.com/office/drawing/2014/main" id="{BF03F2BF-CB0D-5560-A3B9-B7B63462C937}"/>
              </a:ext>
            </a:extLst>
          </p:cNvPr>
          <p:cNvSpPr/>
          <p:nvPr/>
        </p:nvSpPr>
        <p:spPr>
          <a:xfrm rot="20146335">
            <a:off x="5658951" y="4217875"/>
            <a:ext cx="93209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1" name="Rectangle 8080">
            <a:extLst>
              <a:ext uri="{FF2B5EF4-FFF2-40B4-BE49-F238E27FC236}">
                <a16:creationId xmlns:a16="http://schemas.microsoft.com/office/drawing/2014/main" id="{F7486FA3-7FE7-DB83-E0BA-CDE48B2B75AF}"/>
              </a:ext>
            </a:extLst>
          </p:cNvPr>
          <p:cNvSpPr/>
          <p:nvPr/>
        </p:nvSpPr>
        <p:spPr>
          <a:xfrm rot="20366637">
            <a:off x="6521099" y="3867250"/>
            <a:ext cx="90780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8" name="Oval 8117">
            <a:extLst>
              <a:ext uri="{FF2B5EF4-FFF2-40B4-BE49-F238E27FC236}">
                <a16:creationId xmlns:a16="http://schemas.microsoft.com/office/drawing/2014/main" id="{AB779BD6-6F63-294D-87C2-41B4A3C0BD1B}"/>
              </a:ext>
            </a:extLst>
          </p:cNvPr>
          <p:cNvSpPr/>
          <p:nvPr/>
        </p:nvSpPr>
        <p:spPr>
          <a:xfrm>
            <a:off x="1360000" y="49087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6" name="Rectangle 8155">
            <a:extLst>
              <a:ext uri="{FF2B5EF4-FFF2-40B4-BE49-F238E27FC236}">
                <a16:creationId xmlns:a16="http://schemas.microsoft.com/office/drawing/2014/main" id="{A7BE197F-2359-8154-B475-5C36D212A6D5}"/>
              </a:ext>
            </a:extLst>
          </p:cNvPr>
          <p:cNvSpPr/>
          <p:nvPr/>
        </p:nvSpPr>
        <p:spPr>
          <a:xfrm>
            <a:off x="1050000" y="4498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1,1</a:t>
            </a:r>
            <a:endParaRPr lang="en-US"/>
          </a:p>
        </p:txBody>
      </p:sp>
      <p:sp>
        <p:nvSpPr>
          <p:cNvPr id="8195" name="Rectangle 8194">
            <a:extLst>
              <a:ext uri="{FF2B5EF4-FFF2-40B4-BE49-F238E27FC236}">
                <a16:creationId xmlns:a16="http://schemas.microsoft.com/office/drawing/2014/main" id="{B2F50ED0-9799-EE7E-C23B-FE911A08A7E1}"/>
              </a:ext>
            </a:extLst>
          </p:cNvPr>
          <p:cNvSpPr/>
          <p:nvPr/>
        </p:nvSpPr>
        <p:spPr>
          <a:xfrm>
            <a:off x="10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35" name="Oval 8234">
            <a:extLst>
              <a:ext uri="{FF2B5EF4-FFF2-40B4-BE49-F238E27FC236}">
                <a16:creationId xmlns:a16="http://schemas.microsoft.com/office/drawing/2014/main" id="{B1614F83-B6A7-9D20-DF49-4A3824C26456}"/>
              </a:ext>
            </a:extLst>
          </p:cNvPr>
          <p:cNvSpPr/>
          <p:nvPr/>
        </p:nvSpPr>
        <p:spPr>
          <a:xfrm>
            <a:off x="2210000" y="4781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6" name="Rectangle 8275">
            <a:extLst>
              <a:ext uri="{FF2B5EF4-FFF2-40B4-BE49-F238E27FC236}">
                <a16:creationId xmlns:a16="http://schemas.microsoft.com/office/drawing/2014/main" id="{FEC6D766-7E34-B6C9-35AC-4799F28EE7FB}"/>
              </a:ext>
            </a:extLst>
          </p:cNvPr>
          <p:cNvSpPr/>
          <p:nvPr/>
        </p:nvSpPr>
        <p:spPr>
          <a:xfrm>
            <a:off x="1900000" y="4371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1,3</a:t>
            </a:r>
            <a:endParaRPr lang="en-US"/>
          </a:p>
        </p:txBody>
      </p:sp>
      <p:sp>
        <p:nvSpPr>
          <p:cNvPr id="8318" name="Rectangle 8317">
            <a:extLst>
              <a:ext uri="{FF2B5EF4-FFF2-40B4-BE49-F238E27FC236}">
                <a16:creationId xmlns:a16="http://schemas.microsoft.com/office/drawing/2014/main" id="{CD385C3C-5731-342C-9C0E-31B1E719BDDB}"/>
              </a:ext>
            </a:extLst>
          </p:cNvPr>
          <p:cNvSpPr/>
          <p:nvPr/>
        </p:nvSpPr>
        <p:spPr>
          <a:xfrm>
            <a:off x="19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361" name="Oval 8360">
            <a:extLst>
              <a:ext uri="{FF2B5EF4-FFF2-40B4-BE49-F238E27FC236}">
                <a16:creationId xmlns:a16="http://schemas.microsoft.com/office/drawing/2014/main" id="{BBF0846B-E156-BD03-18D0-2C0CEE136725}"/>
              </a:ext>
            </a:extLst>
          </p:cNvPr>
          <p:cNvSpPr/>
          <p:nvPr/>
        </p:nvSpPr>
        <p:spPr>
          <a:xfrm>
            <a:off x="3060000" y="4717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5" name="Rectangle 8404">
            <a:extLst>
              <a:ext uri="{FF2B5EF4-FFF2-40B4-BE49-F238E27FC236}">
                <a16:creationId xmlns:a16="http://schemas.microsoft.com/office/drawing/2014/main" id="{D980F7DF-4E53-43E5-DE1E-C9CAE013E795}"/>
              </a:ext>
            </a:extLst>
          </p:cNvPr>
          <p:cNvSpPr/>
          <p:nvPr/>
        </p:nvSpPr>
        <p:spPr>
          <a:xfrm>
            <a:off x="2750000" y="4307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1,4</a:t>
            </a:r>
            <a:endParaRPr lang="en-US"/>
          </a:p>
        </p:txBody>
      </p:sp>
      <p:sp>
        <p:nvSpPr>
          <p:cNvPr id="8450" name="Rectangle 8449">
            <a:extLst>
              <a:ext uri="{FF2B5EF4-FFF2-40B4-BE49-F238E27FC236}">
                <a16:creationId xmlns:a16="http://schemas.microsoft.com/office/drawing/2014/main" id="{5441C934-D38A-B3CE-BAB5-05B6EC01787B}"/>
              </a:ext>
            </a:extLst>
          </p:cNvPr>
          <p:cNvSpPr/>
          <p:nvPr/>
        </p:nvSpPr>
        <p:spPr>
          <a:xfrm>
            <a:off x="27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496" name="Oval 8495">
            <a:extLst>
              <a:ext uri="{FF2B5EF4-FFF2-40B4-BE49-F238E27FC236}">
                <a16:creationId xmlns:a16="http://schemas.microsoft.com/office/drawing/2014/main" id="{9BFE7766-4728-D953-F6A0-DEE5A7ABAE66}"/>
              </a:ext>
            </a:extLst>
          </p:cNvPr>
          <p:cNvSpPr/>
          <p:nvPr/>
        </p:nvSpPr>
        <p:spPr>
          <a:xfrm>
            <a:off x="3910000" y="4526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3" name="Rectangle 8542">
            <a:extLst>
              <a:ext uri="{FF2B5EF4-FFF2-40B4-BE49-F238E27FC236}">
                <a16:creationId xmlns:a16="http://schemas.microsoft.com/office/drawing/2014/main" id="{D97368F9-BBA7-4130-2C75-7A512AC52B4E}"/>
              </a:ext>
            </a:extLst>
          </p:cNvPr>
          <p:cNvSpPr/>
          <p:nvPr/>
        </p:nvSpPr>
        <p:spPr>
          <a:xfrm>
            <a:off x="3600000" y="4116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1,7</a:t>
            </a:r>
            <a:endParaRPr lang="en-US"/>
          </a:p>
        </p:txBody>
      </p:sp>
      <p:sp>
        <p:nvSpPr>
          <p:cNvPr id="8591" name="Rectangle 8590">
            <a:extLst>
              <a:ext uri="{FF2B5EF4-FFF2-40B4-BE49-F238E27FC236}">
                <a16:creationId xmlns:a16="http://schemas.microsoft.com/office/drawing/2014/main" id="{C8858664-AD0B-36C0-19D8-E8A702ABA4B0}"/>
              </a:ext>
            </a:extLst>
          </p:cNvPr>
          <p:cNvSpPr/>
          <p:nvPr/>
        </p:nvSpPr>
        <p:spPr>
          <a:xfrm>
            <a:off x="36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640" name="Oval 8639">
            <a:extLst>
              <a:ext uri="{FF2B5EF4-FFF2-40B4-BE49-F238E27FC236}">
                <a16:creationId xmlns:a16="http://schemas.microsoft.com/office/drawing/2014/main" id="{CB204CF3-0BCA-7704-B0FD-7BA9A0D2366E}"/>
              </a:ext>
            </a:extLst>
          </p:cNvPr>
          <p:cNvSpPr/>
          <p:nvPr/>
        </p:nvSpPr>
        <p:spPr>
          <a:xfrm>
            <a:off x="4760000" y="4207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0" name="Rectangle 8689">
            <a:extLst>
              <a:ext uri="{FF2B5EF4-FFF2-40B4-BE49-F238E27FC236}">
                <a16:creationId xmlns:a16="http://schemas.microsoft.com/office/drawing/2014/main" id="{371C8222-5C90-DD34-33FD-07907773DCF5}"/>
              </a:ext>
            </a:extLst>
          </p:cNvPr>
          <p:cNvSpPr/>
          <p:nvPr/>
        </p:nvSpPr>
        <p:spPr>
          <a:xfrm>
            <a:off x="4450000" y="3797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2,2</a:t>
            </a:r>
            <a:endParaRPr lang="en-US"/>
          </a:p>
        </p:txBody>
      </p:sp>
      <p:sp>
        <p:nvSpPr>
          <p:cNvPr id="8741" name="Rectangle 8740">
            <a:extLst>
              <a:ext uri="{FF2B5EF4-FFF2-40B4-BE49-F238E27FC236}">
                <a16:creationId xmlns:a16="http://schemas.microsoft.com/office/drawing/2014/main" id="{3981F7DE-4642-52EA-CE10-ED0924BAF9F8}"/>
              </a:ext>
            </a:extLst>
          </p:cNvPr>
          <p:cNvSpPr/>
          <p:nvPr/>
        </p:nvSpPr>
        <p:spPr>
          <a:xfrm>
            <a:off x="44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93" name="Oval 8792">
            <a:extLst>
              <a:ext uri="{FF2B5EF4-FFF2-40B4-BE49-F238E27FC236}">
                <a16:creationId xmlns:a16="http://schemas.microsoft.com/office/drawing/2014/main" id="{115527B4-A8FC-2FCF-5E72-8F4E10022295}"/>
              </a:ext>
            </a:extLst>
          </p:cNvPr>
          <p:cNvSpPr/>
          <p:nvPr/>
        </p:nvSpPr>
        <p:spPr>
          <a:xfrm>
            <a:off x="5610000" y="4335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6" name="Rectangle 8845">
            <a:extLst>
              <a:ext uri="{FF2B5EF4-FFF2-40B4-BE49-F238E27FC236}">
                <a16:creationId xmlns:a16="http://schemas.microsoft.com/office/drawing/2014/main" id="{6585554C-FB9B-3401-CD22-162F34F639F2}"/>
              </a:ext>
            </a:extLst>
          </p:cNvPr>
          <p:cNvSpPr/>
          <p:nvPr/>
        </p:nvSpPr>
        <p:spPr>
          <a:xfrm>
            <a:off x="5300000" y="3925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2,0</a:t>
            </a:r>
            <a:endParaRPr lang="en-US"/>
          </a:p>
        </p:txBody>
      </p:sp>
      <p:sp>
        <p:nvSpPr>
          <p:cNvPr id="8900" name="Rectangle 8899">
            <a:extLst>
              <a:ext uri="{FF2B5EF4-FFF2-40B4-BE49-F238E27FC236}">
                <a16:creationId xmlns:a16="http://schemas.microsoft.com/office/drawing/2014/main" id="{0CB50800-EFCC-D405-F095-85FCAFE3171F}"/>
              </a:ext>
            </a:extLst>
          </p:cNvPr>
          <p:cNvSpPr/>
          <p:nvPr/>
        </p:nvSpPr>
        <p:spPr>
          <a:xfrm>
            <a:off x="53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55" name="Oval 8954">
            <a:extLst>
              <a:ext uri="{FF2B5EF4-FFF2-40B4-BE49-F238E27FC236}">
                <a16:creationId xmlns:a16="http://schemas.microsoft.com/office/drawing/2014/main" id="{EF3DC389-6C82-DB5F-6AA2-FF7212832100}"/>
              </a:ext>
            </a:extLst>
          </p:cNvPr>
          <p:cNvSpPr/>
          <p:nvPr/>
        </p:nvSpPr>
        <p:spPr>
          <a:xfrm>
            <a:off x="6460000" y="3952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1" name="Rectangle 9010">
            <a:extLst>
              <a:ext uri="{FF2B5EF4-FFF2-40B4-BE49-F238E27FC236}">
                <a16:creationId xmlns:a16="http://schemas.microsoft.com/office/drawing/2014/main" id="{DBF4D3B8-7111-4887-55CF-7C5B5217B521}"/>
              </a:ext>
            </a:extLst>
          </p:cNvPr>
          <p:cNvSpPr/>
          <p:nvPr/>
        </p:nvSpPr>
        <p:spPr>
          <a:xfrm>
            <a:off x="6150000" y="3542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2,6</a:t>
            </a:r>
            <a:endParaRPr lang="en-US"/>
          </a:p>
        </p:txBody>
      </p:sp>
      <p:sp>
        <p:nvSpPr>
          <p:cNvPr id="9068" name="Rectangle 9067">
            <a:extLst>
              <a:ext uri="{FF2B5EF4-FFF2-40B4-BE49-F238E27FC236}">
                <a16:creationId xmlns:a16="http://schemas.microsoft.com/office/drawing/2014/main" id="{B5ACEF70-1F51-1D89-475D-2C17FCAAE9F4}"/>
              </a:ext>
            </a:extLst>
          </p:cNvPr>
          <p:cNvSpPr/>
          <p:nvPr/>
        </p:nvSpPr>
        <p:spPr>
          <a:xfrm>
            <a:off x="61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126" name="Oval 9125">
            <a:extLst>
              <a:ext uri="{FF2B5EF4-FFF2-40B4-BE49-F238E27FC236}">
                <a16:creationId xmlns:a16="http://schemas.microsoft.com/office/drawing/2014/main" id="{4B70E8C7-2EB6-979F-3519-8D33B59EB903}"/>
              </a:ext>
            </a:extLst>
          </p:cNvPr>
          <p:cNvSpPr/>
          <p:nvPr/>
        </p:nvSpPr>
        <p:spPr>
          <a:xfrm>
            <a:off x="7280000" y="3603750"/>
            <a:ext cx="240000" cy="240000"/>
          </a:xfrm>
          <a:prstGeom prst="ellipse">
            <a:avLst/>
          </a:prstGeom>
          <a:solidFill>
            <a:srgbClr val="FF8A3D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5" name="Rectangle 9184">
            <a:extLst>
              <a:ext uri="{FF2B5EF4-FFF2-40B4-BE49-F238E27FC236}">
                <a16:creationId xmlns:a16="http://schemas.microsoft.com/office/drawing/2014/main" id="{E2B693F2-07FB-BA25-770E-6A27CD190573}"/>
              </a:ext>
            </a:extLst>
          </p:cNvPr>
          <p:cNvSpPr/>
          <p:nvPr/>
        </p:nvSpPr>
        <p:spPr>
          <a:xfrm>
            <a:off x="7000000" y="3223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3,1</a:t>
            </a:r>
            <a:endParaRPr lang="en-US"/>
          </a:p>
        </p:txBody>
      </p:sp>
      <p:sp>
        <p:nvSpPr>
          <p:cNvPr id="9245" name="Rectangle 9244">
            <a:extLst>
              <a:ext uri="{FF2B5EF4-FFF2-40B4-BE49-F238E27FC236}">
                <a16:creationId xmlns:a16="http://schemas.microsoft.com/office/drawing/2014/main" id="{76A1B38A-8D60-452A-4FA4-E1A0A9741FB3}"/>
              </a:ext>
            </a:extLst>
          </p:cNvPr>
          <p:cNvSpPr/>
          <p:nvPr/>
        </p:nvSpPr>
        <p:spPr>
          <a:xfrm>
            <a:off x="70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306" name="Rectangle: Rounded Corners 9305">
            <a:extLst>
              <a:ext uri="{FF2B5EF4-FFF2-40B4-BE49-F238E27FC236}">
                <a16:creationId xmlns:a16="http://schemas.microsoft.com/office/drawing/2014/main" id="{BF413D24-9A7A-AF9B-C4DC-62CA4E65F160}"/>
              </a:ext>
            </a:extLst>
          </p:cNvPr>
          <p:cNvSpPr/>
          <p:nvPr/>
        </p:nvSpPr>
        <p:spPr>
          <a:xfrm>
            <a:off x="8250000" y="2000000"/>
            <a:ext cx="344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8" name="Rectangle: Rounded Corners 9367">
            <a:extLst>
              <a:ext uri="{FF2B5EF4-FFF2-40B4-BE49-F238E27FC236}">
                <a16:creationId xmlns:a16="http://schemas.microsoft.com/office/drawing/2014/main" id="{BF9C1E0A-14A1-8086-5A60-96C414B4BFBF}"/>
              </a:ext>
            </a:extLst>
          </p:cNvPr>
          <p:cNvSpPr/>
          <p:nvPr/>
        </p:nvSpPr>
        <p:spPr>
          <a:xfrm>
            <a:off x="8300000" y="2050000"/>
            <a:ext cx="334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1" name="Rectangle 9430">
            <a:extLst>
              <a:ext uri="{FF2B5EF4-FFF2-40B4-BE49-F238E27FC236}">
                <a16:creationId xmlns:a16="http://schemas.microsoft.com/office/drawing/2014/main" id="{A93A2D38-F8B2-59F1-7662-F10ECBCEF352}"/>
              </a:ext>
            </a:extLst>
          </p:cNvPr>
          <p:cNvSpPr/>
          <p:nvPr/>
        </p:nvSpPr>
        <p:spPr>
          <a:xfrm>
            <a:off x="8450000" y="2300000"/>
            <a:ext cx="304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Picco di audience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95" name="Rectangle 9494">
            <a:extLst>
              <a:ext uri="{FF2B5EF4-FFF2-40B4-BE49-F238E27FC236}">
                <a16:creationId xmlns:a16="http://schemas.microsoft.com/office/drawing/2014/main" id="{FCD68FD3-D3C6-1EAF-4527-024131EB8FA5}"/>
              </a:ext>
            </a:extLst>
          </p:cNvPr>
          <p:cNvSpPr/>
          <p:nvPr/>
        </p:nvSpPr>
        <p:spPr>
          <a:xfrm>
            <a:off x="8450000" y="2750000"/>
            <a:ext cx="3040000" cy="8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3,1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560" name="Rectangle 9559">
            <a:extLst>
              <a:ext uri="{FF2B5EF4-FFF2-40B4-BE49-F238E27FC236}">
                <a16:creationId xmlns:a16="http://schemas.microsoft.com/office/drawing/2014/main" id="{A7AF1C71-FDEF-20C7-26DB-C8499CE67E7E}"/>
              </a:ext>
            </a:extLst>
          </p:cNvPr>
          <p:cNvSpPr/>
          <p:nvPr/>
        </p:nvSpPr>
        <p:spPr>
          <a:xfrm>
            <a:off x="8450000" y="3620000"/>
            <a:ext cx="304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spettatori medi nella tappa finale con arrivo in salita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626" name="Flowchart: Terminator 9625">
            <a:extLst>
              <a:ext uri="{FF2B5EF4-FFF2-40B4-BE49-F238E27FC236}">
                <a16:creationId xmlns:a16="http://schemas.microsoft.com/office/drawing/2014/main" id="{65B01B8B-6742-EF81-116F-C8A925644CAE}"/>
              </a:ext>
            </a:extLst>
          </p:cNvPr>
          <p:cNvSpPr/>
          <p:nvPr/>
        </p:nvSpPr>
        <p:spPr>
          <a:xfrm>
            <a:off x="8850000" y="4850000"/>
            <a:ext cx="2240000" cy="500000"/>
          </a:xfrm>
          <a:prstGeom prst="flowChartTerminator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+182% vs 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3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2" name="Rectangle 13581">
            <a:extLst>
              <a:ext uri="{FF2B5EF4-FFF2-40B4-BE49-F238E27FC236}">
                <a16:creationId xmlns:a16="http://schemas.microsoft.com/office/drawing/2014/main" id="{0FECF319-17C5-3E90-34BA-441F24C1CE5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4" name="Rectangle 13583">
            <a:extLst>
              <a:ext uri="{FF2B5EF4-FFF2-40B4-BE49-F238E27FC236}">
                <a16:creationId xmlns:a16="http://schemas.microsoft.com/office/drawing/2014/main" id="{8F02B012-F2C9-3296-6007-A479D6379EEE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7" name="Rectangle 13586">
            <a:extLst>
              <a:ext uri="{FF2B5EF4-FFF2-40B4-BE49-F238E27FC236}">
                <a16:creationId xmlns:a16="http://schemas.microsoft.com/office/drawing/2014/main" id="{84ED5C48-7522-A0A1-04B2-96181FFC98E0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1" name="Rectangle 13590">
            <a:extLst>
              <a:ext uri="{FF2B5EF4-FFF2-40B4-BE49-F238E27FC236}">
                <a16:creationId xmlns:a16="http://schemas.microsoft.com/office/drawing/2014/main" id="{24E0717A-867D-47FB-DB76-68DA4C8F5B2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6" name="Rectangle 13595">
            <a:extLst>
              <a:ext uri="{FF2B5EF4-FFF2-40B4-BE49-F238E27FC236}">
                <a16:creationId xmlns:a16="http://schemas.microsoft.com/office/drawing/2014/main" id="{0525535D-E82A-E96F-5BA3-4CD8EE02ED1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2" name="Rectangle 13601">
            <a:extLst>
              <a:ext uri="{FF2B5EF4-FFF2-40B4-BE49-F238E27FC236}">
                <a16:creationId xmlns:a16="http://schemas.microsoft.com/office/drawing/2014/main" id="{799C8522-7A8F-BA5A-4A11-2FC4586389F3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9" name="Rectangle 13608">
            <a:extLst>
              <a:ext uri="{FF2B5EF4-FFF2-40B4-BE49-F238E27FC236}">
                <a16:creationId xmlns:a16="http://schemas.microsoft.com/office/drawing/2014/main" id="{2227EB6B-2C50-B957-03CA-CCB98F93D651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7" name="Rectangle 13616">
            <a:extLst>
              <a:ext uri="{FF2B5EF4-FFF2-40B4-BE49-F238E27FC236}">
                <a16:creationId xmlns:a16="http://schemas.microsoft.com/office/drawing/2014/main" id="{F386F501-96E9-E262-2BF6-0C49737E238E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26" name="Rectangle 13625">
            <a:extLst>
              <a:ext uri="{FF2B5EF4-FFF2-40B4-BE49-F238E27FC236}">
                <a16:creationId xmlns:a16="http://schemas.microsoft.com/office/drawing/2014/main" id="{57E28564-8746-52B7-F75A-C11509F8594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36" name="Rectangle 13635">
            <a:extLst>
              <a:ext uri="{FF2B5EF4-FFF2-40B4-BE49-F238E27FC236}">
                <a16:creationId xmlns:a16="http://schemas.microsoft.com/office/drawing/2014/main" id="{FA893716-DAF4-C93F-5258-2159E7DD07A4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47" name="Rectangle 13646">
            <a:extLst>
              <a:ext uri="{FF2B5EF4-FFF2-40B4-BE49-F238E27FC236}">
                <a16:creationId xmlns:a16="http://schemas.microsoft.com/office/drawing/2014/main" id="{22A00AE6-9FF5-689F-808B-1FA3EEE8C83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59" name="Rectangle 13658">
            <a:extLst>
              <a:ext uri="{FF2B5EF4-FFF2-40B4-BE49-F238E27FC236}">
                <a16:creationId xmlns:a16="http://schemas.microsoft.com/office/drawing/2014/main" id="{D8D6D09B-3C81-BBB2-85DB-7FCAFB3A0BC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72" name="Rectangle: Rounded Corners 13671">
            <a:extLst>
              <a:ext uri="{FF2B5EF4-FFF2-40B4-BE49-F238E27FC236}">
                <a16:creationId xmlns:a16="http://schemas.microsoft.com/office/drawing/2014/main" id="{E21DB862-E5F9-D81F-FFE2-C4CA39C48B74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GAME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86" name="Rectangle 13685">
            <a:extLst>
              <a:ext uri="{FF2B5EF4-FFF2-40B4-BE49-F238E27FC236}">
                <a16:creationId xmlns:a16="http://schemas.microsoft.com/office/drawing/2014/main" id="{B2644951-554F-978B-42AF-BEC332D6A461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Gaming e Gen Z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01" name="Rectangle 13700">
            <a:extLst>
              <a:ext uri="{FF2B5EF4-FFF2-40B4-BE49-F238E27FC236}">
                <a16:creationId xmlns:a16="http://schemas.microsoft.com/office/drawing/2014/main" id="{73AF37AE-20BF-3D29-4A62-74376DCB0879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Abitudini di gioco dei ragazzi tra 16 e 24 anni in Italia, 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17" name="Rectangle 13716">
            <a:extLst>
              <a:ext uri="{FF2B5EF4-FFF2-40B4-BE49-F238E27FC236}">
                <a16:creationId xmlns:a16="http://schemas.microsoft.com/office/drawing/2014/main" id="{EAA5B4CE-8162-5409-7118-CD2226548E2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34" name="Rectangle: Rounded Corners 13733">
            <a:extLst>
              <a:ext uri="{FF2B5EF4-FFF2-40B4-BE49-F238E27FC236}">
                <a16:creationId xmlns:a16="http://schemas.microsoft.com/office/drawing/2014/main" id="{1BB45B6B-FBCA-07FF-97D8-C1E03AB0A491}"/>
              </a:ext>
            </a:extLst>
          </p:cNvPr>
          <p:cNvSpPr/>
          <p:nvPr/>
        </p:nvSpPr>
        <p:spPr>
          <a:xfrm>
            <a:off x="500000" y="2000000"/>
            <a:ext cx="111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52" name="Rectangle: Rounded Corners 13751">
            <a:extLst>
              <a:ext uri="{FF2B5EF4-FFF2-40B4-BE49-F238E27FC236}">
                <a16:creationId xmlns:a16="http://schemas.microsoft.com/office/drawing/2014/main" id="{73E618AD-3E06-D617-B8C6-119E29A7DF11}"/>
              </a:ext>
            </a:extLst>
          </p:cNvPr>
          <p:cNvSpPr/>
          <p:nvPr/>
        </p:nvSpPr>
        <p:spPr>
          <a:xfrm>
            <a:off x="550000" y="2050000"/>
            <a:ext cx="110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71" name="Rectangle 13770">
            <a:extLst>
              <a:ext uri="{FF2B5EF4-FFF2-40B4-BE49-F238E27FC236}">
                <a16:creationId xmlns:a16="http://schemas.microsoft.com/office/drawing/2014/main" id="{B74D2712-C482-F431-F241-55086E84FD08}"/>
              </a:ext>
            </a:extLst>
          </p:cNvPr>
          <p:cNvSpPr/>
          <p:nvPr/>
        </p:nvSpPr>
        <p:spPr>
          <a:xfrm>
            <a:off x="650000" y="2100000"/>
            <a:ext cx="108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2023 7 ragazzi su 10 giocano ogni settimana, soprattutto da smartphone (50%)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91" name="Oval 13790">
            <a:extLst>
              <a:ext uri="{FF2B5EF4-FFF2-40B4-BE49-F238E27FC236}">
                <a16:creationId xmlns:a16="http://schemas.microsoft.com/office/drawing/2014/main" id="{9A1DBC34-69FB-6125-EB03-B1CC17EB6DC0}"/>
              </a:ext>
            </a:extLst>
          </p:cNvPr>
          <p:cNvSpPr/>
          <p:nvPr/>
        </p:nvSpPr>
        <p:spPr>
          <a:xfrm>
            <a:off x="79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12" name="Rectangle: Top Corners Rounded 13811">
            <a:extLst>
              <a:ext uri="{FF2B5EF4-FFF2-40B4-BE49-F238E27FC236}">
                <a16:creationId xmlns:a16="http://schemas.microsoft.com/office/drawing/2014/main" id="{527B43C6-F0F6-AE4B-1444-26778E61E0A0}"/>
              </a:ext>
            </a:extLst>
          </p:cNvPr>
          <p:cNvSpPr/>
          <p:nvPr/>
        </p:nvSpPr>
        <p:spPr>
          <a:xfrm>
            <a:off x="68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4" name="Oval 13833">
            <a:extLst>
              <a:ext uri="{FF2B5EF4-FFF2-40B4-BE49-F238E27FC236}">
                <a16:creationId xmlns:a16="http://schemas.microsoft.com/office/drawing/2014/main" id="{B36AFD56-3811-3340-41D7-9D8EBC8044DE}"/>
              </a:ext>
            </a:extLst>
          </p:cNvPr>
          <p:cNvSpPr/>
          <p:nvPr/>
        </p:nvSpPr>
        <p:spPr>
          <a:xfrm>
            <a:off x="145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57" name="Rectangle: Top Corners Rounded 13856">
            <a:extLst>
              <a:ext uri="{FF2B5EF4-FFF2-40B4-BE49-F238E27FC236}">
                <a16:creationId xmlns:a16="http://schemas.microsoft.com/office/drawing/2014/main" id="{553FBA8A-E707-2435-00BA-C6FA707E79D5}"/>
              </a:ext>
            </a:extLst>
          </p:cNvPr>
          <p:cNvSpPr/>
          <p:nvPr/>
        </p:nvSpPr>
        <p:spPr>
          <a:xfrm>
            <a:off x="134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81" name="Oval 13880">
            <a:extLst>
              <a:ext uri="{FF2B5EF4-FFF2-40B4-BE49-F238E27FC236}">
                <a16:creationId xmlns:a16="http://schemas.microsoft.com/office/drawing/2014/main" id="{E9A33F5F-41FC-1DCF-9EE2-2F5351FBA10C}"/>
              </a:ext>
            </a:extLst>
          </p:cNvPr>
          <p:cNvSpPr/>
          <p:nvPr/>
        </p:nvSpPr>
        <p:spPr>
          <a:xfrm>
            <a:off x="211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6" name="Rectangle: Top Corners Rounded 13905">
            <a:extLst>
              <a:ext uri="{FF2B5EF4-FFF2-40B4-BE49-F238E27FC236}">
                <a16:creationId xmlns:a16="http://schemas.microsoft.com/office/drawing/2014/main" id="{16063D0E-8CC2-F294-3B99-DAF6D6368D83}"/>
              </a:ext>
            </a:extLst>
          </p:cNvPr>
          <p:cNvSpPr/>
          <p:nvPr/>
        </p:nvSpPr>
        <p:spPr>
          <a:xfrm>
            <a:off x="200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32" name="Oval 13931">
            <a:extLst>
              <a:ext uri="{FF2B5EF4-FFF2-40B4-BE49-F238E27FC236}">
                <a16:creationId xmlns:a16="http://schemas.microsoft.com/office/drawing/2014/main" id="{DBDEE654-FAB1-FBAE-F0D6-053846A8FF01}"/>
              </a:ext>
            </a:extLst>
          </p:cNvPr>
          <p:cNvSpPr/>
          <p:nvPr/>
        </p:nvSpPr>
        <p:spPr>
          <a:xfrm>
            <a:off x="277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59" name="Rectangle: Top Corners Rounded 13958">
            <a:extLst>
              <a:ext uri="{FF2B5EF4-FFF2-40B4-BE49-F238E27FC236}">
                <a16:creationId xmlns:a16="http://schemas.microsoft.com/office/drawing/2014/main" id="{71A8D06F-58C0-5514-3D86-D6F793925B3A}"/>
              </a:ext>
            </a:extLst>
          </p:cNvPr>
          <p:cNvSpPr/>
          <p:nvPr/>
        </p:nvSpPr>
        <p:spPr>
          <a:xfrm>
            <a:off x="266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87" name="Oval 13986">
            <a:extLst>
              <a:ext uri="{FF2B5EF4-FFF2-40B4-BE49-F238E27FC236}">
                <a16:creationId xmlns:a16="http://schemas.microsoft.com/office/drawing/2014/main" id="{80B43CEE-4BDC-3359-7875-8A16B761C0DE}"/>
              </a:ext>
            </a:extLst>
          </p:cNvPr>
          <p:cNvSpPr/>
          <p:nvPr/>
        </p:nvSpPr>
        <p:spPr>
          <a:xfrm>
            <a:off x="343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6" name="Rectangle: Top Corners Rounded 14015">
            <a:extLst>
              <a:ext uri="{FF2B5EF4-FFF2-40B4-BE49-F238E27FC236}">
                <a16:creationId xmlns:a16="http://schemas.microsoft.com/office/drawing/2014/main" id="{0B3EA612-5AE9-AD58-AA67-A62C23D76A23}"/>
              </a:ext>
            </a:extLst>
          </p:cNvPr>
          <p:cNvSpPr/>
          <p:nvPr/>
        </p:nvSpPr>
        <p:spPr>
          <a:xfrm>
            <a:off x="332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46" name="Oval 14045">
            <a:extLst>
              <a:ext uri="{FF2B5EF4-FFF2-40B4-BE49-F238E27FC236}">
                <a16:creationId xmlns:a16="http://schemas.microsoft.com/office/drawing/2014/main" id="{1C4776ED-7A60-AD41-DE1B-1787B4298205}"/>
              </a:ext>
            </a:extLst>
          </p:cNvPr>
          <p:cNvSpPr/>
          <p:nvPr/>
        </p:nvSpPr>
        <p:spPr>
          <a:xfrm>
            <a:off x="79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77" name="Rectangle: Top Corners Rounded 14076">
            <a:extLst>
              <a:ext uri="{FF2B5EF4-FFF2-40B4-BE49-F238E27FC236}">
                <a16:creationId xmlns:a16="http://schemas.microsoft.com/office/drawing/2014/main" id="{B50A8452-1A0E-8842-1923-79FB1595B24D}"/>
              </a:ext>
            </a:extLst>
          </p:cNvPr>
          <p:cNvSpPr/>
          <p:nvPr/>
        </p:nvSpPr>
        <p:spPr>
          <a:xfrm>
            <a:off x="68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09" name="Oval 14108">
            <a:extLst>
              <a:ext uri="{FF2B5EF4-FFF2-40B4-BE49-F238E27FC236}">
                <a16:creationId xmlns:a16="http://schemas.microsoft.com/office/drawing/2014/main" id="{607B8BD4-B00A-964C-2649-0F9CCEFCFD48}"/>
              </a:ext>
            </a:extLst>
          </p:cNvPr>
          <p:cNvSpPr/>
          <p:nvPr/>
        </p:nvSpPr>
        <p:spPr>
          <a:xfrm>
            <a:off x="145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42" name="Rectangle: Top Corners Rounded 14141">
            <a:extLst>
              <a:ext uri="{FF2B5EF4-FFF2-40B4-BE49-F238E27FC236}">
                <a16:creationId xmlns:a16="http://schemas.microsoft.com/office/drawing/2014/main" id="{7714BE21-DB5E-E25A-A8C1-12F2C47D9593}"/>
              </a:ext>
            </a:extLst>
          </p:cNvPr>
          <p:cNvSpPr/>
          <p:nvPr/>
        </p:nvSpPr>
        <p:spPr>
          <a:xfrm>
            <a:off x="134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76" name="Oval 14175">
            <a:extLst>
              <a:ext uri="{FF2B5EF4-FFF2-40B4-BE49-F238E27FC236}">
                <a16:creationId xmlns:a16="http://schemas.microsoft.com/office/drawing/2014/main" id="{0DA6653E-A4D4-D211-21EC-2987ADB7FD6D}"/>
              </a:ext>
            </a:extLst>
          </p:cNvPr>
          <p:cNvSpPr/>
          <p:nvPr/>
        </p:nvSpPr>
        <p:spPr>
          <a:xfrm>
            <a:off x="211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11" name="Rectangle: Top Corners Rounded 14210">
            <a:extLst>
              <a:ext uri="{FF2B5EF4-FFF2-40B4-BE49-F238E27FC236}">
                <a16:creationId xmlns:a16="http://schemas.microsoft.com/office/drawing/2014/main" id="{8486FD68-E79B-9758-2C41-5702AA0F7B53}"/>
              </a:ext>
            </a:extLst>
          </p:cNvPr>
          <p:cNvSpPr/>
          <p:nvPr/>
        </p:nvSpPr>
        <p:spPr>
          <a:xfrm>
            <a:off x="200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47" name="Oval 14246">
            <a:extLst>
              <a:ext uri="{FF2B5EF4-FFF2-40B4-BE49-F238E27FC236}">
                <a16:creationId xmlns:a16="http://schemas.microsoft.com/office/drawing/2014/main" id="{A7F8FF0B-2698-8E74-43B6-7D62AB43C152}"/>
              </a:ext>
            </a:extLst>
          </p:cNvPr>
          <p:cNvSpPr/>
          <p:nvPr/>
        </p:nvSpPr>
        <p:spPr>
          <a:xfrm>
            <a:off x="277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84" name="Rectangle: Top Corners Rounded 14283">
            <a:extLst>
              <a:ext uri="{FF2B5EF4-FFF2-40B4-BE49-F238E27FC236}">
                <a16:creationId xmlns:a16="http://schemas.microsoft.com/office/drawing/2014/main" id="{9CCDF96A-E1F0-1380-B288-EB7FDDC8D040}"/>
              </a:ext>
            </a:extLst>
          </p:cNvPr>
          <p:cNvSpPr/>
          <p:nvPr/>
        </p:nvSpPr>
        <p:spPr>
          <a:xfrm>
            <a:off x="266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22" name="Oval 14321">
            <a:extLst>
              <a:ext uri="{FF2B5EF4-FFF2-40B4-BE49-F238E27FC236}">
                <a16:creationId xmlns:a16="http://schemas.microsoft.com/office/drawing/2014/main" id="{64D2D7FB-4C87-0C0B-2FC3-E519F5941F8A}"/>
              </a:ext>
            </a:extLst>
          </p:cNvPr>
          <p:cNvSpPr/>
          <p:nvPr/>
        </p:nvSpPr>
        <p:spPr>
          <a:xfrm>
            <a:off x="343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1" name="Rectangle: Top Corners Rounded 14360">
            <a:extLst>
              <a:ext uri="{FF2B5EF4-FFF2-40B4-BE49-F238E27FC236}">
                <a16:creationId xmlns:a16="http://schemas.microsoft.com/office/drawing/2014/main" id="{BB6CC838-6D9E-C9F8-C957-F54A2096E0B1}"/>
              </a:ext>
            </a:extLst>
          </p:cNvPr>
          <p:cNvSpPr/>
          <p:nvPr/>
        </p:nvSpPr>
        <p:spPr>
          <a:xfrm>
            <a:off x="332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01" name="Rectangle 14400">
            <a:extLst>
              <a:ext uri="{FF2B5EF4-FFF2-40B4-BE49-F238E27FC236}">
                <a16:creationId xmlns:a16="http://schemas.microsoft.com/office/drawing/2014/main" id="{4CC42388-9696-0111-CE99-2E25E907030A}"/>
              </a:ext>
            </a:extLst>
          </p:cNvPr>
          <p:cNvSpPr/>
          <p:nvPr/>
        </p:nvSpPr>
        <p:spPr>
          <a:xfrm>
            <a:off x="4000000" y="3200000"/>
            <a:ext cx="1900000" cy="9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5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70%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42" name="Rectangle 14441">
            <a:extLst>
              <a:ext uri="{FF2B5EF4-FFF2-40B4-BE49-F238E27FC236}">
                <a16:creationId xmlns:a16="http://schemas.microsoft.com/office/drawing/2014/main" id="{155C5301-CDDD-5B3F-6F10-BEB47722050D}"/>
              </a:ext>
            </a:extLst>
          </p:cNvPr>
          <p:cNvSpPr/>
          <p:nvPr/>
        </p:nvSpPr>
        <p:spPr>
          <a:xfrm>
            <a:off x="4000000" y="4200000"/>
            <a:ext cx="19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gioca almeno una volta a settimana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84" name="Rectangle 14483">
            <a:extLst>
              <a:ext uri="{FF2B5EF4-FFF2-40B4-BE49-F238E27FC236}">
                <a16:creationId xmlns:a16="http://schemas.microsoft.com/office/drawing/2014/main" id="{3B85E4E0-7B99-8753-F3B1-D08CC89E37D8}"/>
              </a:ext>
            </a:extLst>
          </p:cNvPr>
          <p:cNvSpPr/>
          <p:nvPr/>
        </p:nvSpPr>
        <p:spPr>
          <a:xfrm>
            <a:off x="6250000" y="3050000"/>
            <a:ext cx="12000" cy="290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7" name="Rectangle 14526">
            <a:extLst>
              <a:ext uri="{FF2B5EF4-FFF2-40B4-BE49-F238E27FC236}">
                <a16:creationId xmlns:a16="http://schemas.microsoft.com/office/drawing/2014/main" id="{0A656FC1-6F2D-0DEB-A4F5-80D9B90783CB}"/>
              </a:ext>
            </a:extLst>
          </p:cNvPr>
          <p:cNvSpPr/>
          <p:nvPr/>
        </p:nvSpPr>
        <p:spPr>
          <a:xfrm>
            <a:off x="6550000" y="3050000"/>
            <a:ext cx="45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DISPOSITIVO PREFERITO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571" name="Rectangle 14570">
            <a:extLst>
              <a:ext uri="{FF2B5EF4-FFF2-40B4-BE49-F238E27FC236}">
                <a16:creationId xmlns:a16="http://schemas.microsoft.com/office/drawing/2014/main" id="{A1813E0D-4EC9-895F-E2DE-6856EA17B31E}"/>
              </a:ext>
            </a:extLst>
          </p:cNvPr>
          <p:cNvSpPr/>
          <p:nvPr/>
        </p:nvSpPr>
        <p:spPr>
          <a:xfrm>
            <a:off x="6550000" y="351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Smartphone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16" name="Flowchart: Terminator 14615">
            <a:extLst>
              <a:ext uri="{FF2B5EF4-FFF2-40B4-BE49-F238E27FC236}">
                <a16:creationId xmlns:a16="http://schemas.microsoft.com/office/drawing/2014/main" id="{DB7AE3BE-3843-010B-2F87-2422DFCC63D9}"/>
              </a:ext>
            </a:extLst>
          </p:cNvPr>
          <p:cNvSpPr/>
          <p:nvPr/>
        </p:nvSpPr>
        <p:spPr>
          <a:xfrm>
            <a:off x="8050000" y="3500000"/>
            <a:ext cx="350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62" name="Rectangle 14661">
            <a:extLst>
              <a:ext uri="{FF2B5EF4-FFF2-40B4-BE49-F238E27FC236}">
                <a16:creationId xmlns:a16="http://schemas.microsoft.com/office/drawing/2014/main" id="{E870FC67-ADB3-11B6-EA08-F8A60F4C3561}"/>
              </a:ext>
            </a:extLst>
          </p:cNvPr>
          <p:cNvSpPr/>
          <p:nvPr/>
        </p:nvSpPr>
        <p:spPr>
          <a:xfrm>
            <a:off x="6550000" y="413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09" name="Flowchart: Terminator 14708">
            <a:extLst>
              <a:ext uri="{FF2B5EF4-FFF2-40B4-BE49-F238E27FC236}">
                <a16:creationId xmlns:a16="http://schemas.microsoft.com/office/drawing/2014/main" id="{70C0E128-3CD2-4531-25CE-F05A1AE48B90}"/>
              </a:ext>
            </a:extLst>
          </p:cNvPr>
          <p:cNvSpPr/>
          <p:nvPr/>
        </p:nvSpPr>
        <p:spPr>
          <a:xfrm>
            <a:off x="8050000" y="4120000"/>
            <a:ext cx="196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57" name="Rectangle 14756">
            <a:extLst>
              <a:ext uri="{FF2B5EF4-FFF2-40B4-BE49-F238E27FC236}">
                <a16:creationId xmlns:a16="http://schemas.microsoft.com/office/drawing/2014/main" id="{53CF95B6-071F-AEDB-1EFD-9516843AF367}"/>
              </a:ext>
            </a:extLst>
          </p:cNvPr>
          <p:cNvSpPr/>
          <p:nvPr/>
        </p:nvSpPr>
        <p:spPr>
          <a:xfrm>
            <a:off x="6550000" y="475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PC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06" name="Flowchart: Terminator 14805">
            <a:extLst>
              <a:ext uri="{FF2B5EF4-FFF2-40B4-BE49-F238E27FC236}">
                <a16:creationId xmlns:a16="http://schemas.microsoft.com/office/drawing/2014/main" id="{D7975649-0EF9-3ED1-6C08-A86AD7F8D0AA}"/>
              </a:ext>
            </a:extLst>
          </p:cNvPr>
          <p:cNvSpPr/>
          <p:nvPr/>
        </p:nvSpPr>
        <p:spPr>
          <a:xfrm>
            <a:off x="8050000" y="4740000"/>
            <a:ext cx="112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56" name="Rectangle 14855">
            <a:extLst>
              <a:ext uri="{FF2B5EF4-FFF2-40B4-BE49-F238E27FC236}">
                <a16:creationId xmlns:a16="http://schemas.microsoft.com/office/drawing/2014/main" id="{46E93961-A1E2-3A88-2244-8265CE7523AC}"/>
              </a:ext>
            </a:extLst>
          </p:cNvPr>
          <p:cNvSpPr/>
          <p:nvPr/>
        </p:nvSpPr>
        <p:spPr>
          <a:xfrm>
            <a:off x="6550000" y="537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1" name="Flowchart: Terminator 15610">
            <a:extLst>
              <a:ext uri="{FF2B5EF4-FFF2-40B4-BE49-F238E27FC236}">
                <a16:creationId xmlns:a16="http://schemas.microsoft.com/office/drawing/2014/main" id="{99C9E12D-BD03-D0C0-6C31-3C6443B69081}"/>
              </a:ext>
            </a:extLst>
          </p:cNvPr>
          <p:cNvSpPr/>
          <p:nvPr/>
        </p:nvSpPr>
        <p:spPr>
          <a:xfrm>
            <a:off x="8050000" y="5360000"/>
            <a:ext cx="42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13" name="Rectangle 15612">
            <a:extLst>
              <a:ext uri="{FF2B5EF4-FFF2-40B4-BE49-F238E27FC236}">
                <a16:creationId xmlns:a16="http://schemas.microsoft.com/office/drawing/2014/main" id="{B7EB026F-4A0D-9DD2-2BB1-208FEB34D8C8}"/>
              </a:ext>
            </a:extLst>
          </p:cNvPr>
          <p:cNvSpPr/>
          <p:nvPr/>
        </p:nvSpPr>
        <p:spPr>
          <a:xfrm>
            <a:off x="8570000" y="5370000"/>
            <a:ext cx="8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7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7" name="Rectangle 11166">
            <a:extLst>
              <a:ext uri="{FF2B5EF4-FFF2-40B4-BE49-F238E27FC236}">
                <a16:creationId xmlns:a16="http://schemas.microsoft.com/office/drawing/2014/main" id="{07EF7765-4629-CF2F-E95B-01B774EEDB30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9" name="Rectangle 11168">
            <a:extLst>
              <a:ext uri="{FF2B5EF4-FFF2-40B4-BE49-F238E27FC236}">
                <a16:creationId xmlns:a16="http://schemas.microsoft.com/office/drawing/2014/main" id="{A17AB4AF-FAFD-E1A5-FEBA-4801B049B143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2" name="Rectangle 11171">
            <a:extLst>
              <a:ext uri="{FF2B5EF4-FFF2-40B4-BE49-F238E27FC236}">
                <a16:creationId xmlns:a16="http://schemas.microsoft.com/office/drawing/2014/main" id="{ADCE2BCA-2801-08D4-EF82-05B64928CA1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6" name="Rectangle 11175">
            <a:extLst>
              <a:ext uri="{FF2B5EF4-FFF2-40B4-BE49-F238E27FC236}">
                <a16:creationId xmlns:a16="http://schemas.microsoft.com/office/drawing/2014/main" id="{0F08CD3B-B310-7F00-4D31-70AE5EA7673F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1" name="Rectangle 11180">
            <a:extLst>
              <a:ext uri="{FF2B5EF4-FFF2-40B4-BE49-F238E27FC236}">
                <a16:creationId xmlns:a16="http://schemas.microsoft.com/office/drawing/2014/main" id="{1AAA6103-5E87-5030-54C6-BDCD5871BA7B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7" name="Rectangle 11186">
            <a:extLst>
              <a:ext uri="{FF2B5EF4-FFF2-40B4-BE49-F238E27FC236}">
                <a16:creationId xmlns:a16="http://schemas.microsoft.com/office/drawing/2014/main" id="{CF4817CB-C423-EF09-262A-A6578AEBCE36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4" name="Rectangle 11193">
            <a:extLst>
              <a:ext uri="{FF2B5EF4-FFF2-40B4-BE49-F238E27FC236}">
                <a16:creationId xmlns:a16="http://schemas.microsoft.com/office/drawing/2014/main" id="{E5046DC1-5B3F-F4CE-9D9D-D8275883B654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2" name="Rectangle 11201">
            <a:extLst>
              <a:ext uri="{FF2B5EF4-FFF2-40B4-BE49-F238E27FC236}">
                <a16:creationId xmlns:a16="http://schemas.microsoft.com/office/drawing/2014/main" id="{BA3C03A6-C036-058D-283D-0477A34DE4FD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1" name="Rectangle 11210">
            <a:extLst>
              <a:ext uri="{FF2B5EF4-FFF2-40B4-BE49-F238E27FC236}">
                <a16:creationId xmlns:a16="http://schemas.microsoft.com/office/drawing/2014/main" id="{4E974645-77AC-AD9A-7506-04B7450F170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1" name="Rectangle 11220">
            <a:extLst>
              <a:ext uri="{FF2B5EF4-FFF2-40B4-BE49-F238E27FC236}">
                <a16:creationId xmlns:a16="http://schemas.microsoft.com/office/drawing/2014/main" id="{D1A4FCF1-2D32-C875-8516-F86FA77784A5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2" name="Rectangle 11231">
            <a:extLst>
              <a:ext uri="{FF2B5EF4-FFF2-40B4-BE49-F238E27FC236}">
                <a16:creationId xmlns:a16="http://schemas.microsoft.com/office/drawing/2014/main" id="{23C0B9BC-F1D2-8718-C785-FF85488CE4C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4" name="Rectangle 11243">
            <a:extLst>
              <a:ext uri="{FF2B5EF4-FFF2-40B4-BE49-F238E27FC236}">
                <a16:creationId xmlns:a16="http://schemas.microsoft.com/office/drawing/2014/main" id="{69165A74-580E-DC41-FC28-B3A9ECF4A4E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57" name="Rectangle: Rounded Corners 11256">
            <a:extLst>
              <a:ext uri="{FF2B5EF4-FFF2-40B4-BE49-F238E27FC236}">
                <a16:creationId xmlns:a16="http://schemas.microsoft.com/office/drawing/2014/main" id="{BDA638A0-E5A1-F8C0-1441-3AA144EDB29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ADV REPORT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0E1DAA14-EF12-FC53-C9B9-43EF6E1EC83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Digitale e TV lineare a confronto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86" name="Rectangle 11285">
            <a:extLst>
              <a:ext uri="{FF2B5EF4-FFF2-40B4-BE49-F238E27FC236}">
                <a16:creationId xmlns:a16="http://schemas.microsoft.com/office/drawing/2014/main" id="{4C634C37-565F-DEAF-A7C0-7E225C8DE6A4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degli investimenti pubblicitari in Italia per canale, 2019 vs 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02" name="Rectangle 11301">
            <a:extLst>
              <a:ext uri="{FF2B5EF4-FFF2-40B4-BE49-F238E27FC236}">
                <a16:creationId xmlns:a16="http://schemas.microsoft.com/office/drawing/2014/main" id="{A0C02B78-9E37-9C2B-E56D-FCCC883B455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19" name="Rectangle 11318">
            <a:extLst>
              <a:ext uri="{FF2B5EF4-FFF2-40B4-BE49-F238E27FC236}">
                <a16:creationId xmlns:a16="http://schemas.microsoft.com/office/drawing/2014/main" id="{1C988703-8E03-60B8-42F6-F2A788235946}"/>
              </a:ext>
            </a:extLst>
          </p:cNvPr>
          <p:cNvSpPr/>
          <p:nvPr/>
        </p:nvSpPr>
        <p:spPr>
          <a:xfrm>
            <a:off x="11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2019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37" name="Rectangle 11336">
            <a:extLst>
              <a:ext uri="{FF2B5EF4-FFF2-40B4-BE49-F238E27FC236}">
                <a16:creationId xmlns:a16="http://schemas.microsoft.com/office/drawing/2014/main" id="{EB0B237B-5D86-48B5-5513-73E025C99A45}"/>
              </a:ext>
            </a:extLst>
          </p:cNvPr>
          <p:cNvSpPr/>
          <p:nvPr/>
        </p:nvSpPr>
        <p:spPr>
          <a:xfrm rot="16740000">
            <a:off x="24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6" name="Rectangle 11355">
            <a:extLst>
              <a:ext uri="{FF2B5EF4-FFF2-40B4-BE49-F238E27FC236}">
                <a16:creationId xmlns:a16="http://schemas.microsoft.com/office/drawing/2014/main" id="{B719B3EB-A75D-1E83-594D-28FD6999A495}"/>
              </a:ext>
            </a:extLst>
          </p:cNvPr>
          <p:cNvSpPr/>
          <p:nvPr/>
        </p:nvSpPr>
        <p:spPr>
          <a:xfrm rot="17820000">
            <a:off x="28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6" name="Rectangle 11375">
            <a:extLst>
              <a:ext uri="{FF2B5EF4-FFF2-40B4-BE49-F238E27FC236}">
                <a16:creationId xmlns:a16="http://schemas.microsoft.com/office/drawing/2014/main" id="{24062D38-4ADD-D7D2-C792-DCD099AEDB3C}"/>
              </a:ext>
            </a:extLst>
          </p:cNvPr>
          <p:cNvSpPr/>
          <p:nvPr/>
        </p:nvSpPr>
        <p:spPr>
          <a:xfrm rot="18900000">
            <a:off x="31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7" name="Rectangle 11396">
            <a:extLst>
              <a:ext uri="{FF2B5EF4-FFF2-40B4-BE49-F238E27FC236}">
                <a16:creationId xmlns:a16="http://schemas.microsoft.com/office/drawing/2014/main" id="{6EB158F6-FCB5-C153-6196-F3A1FF892CD4}"/>
              </a:ext>
            </a:extLst>
          </p:cNvPr>
          <p:cNvSpPr/>
          <p:nvPr/>
        </p:nvSpPr>
        <p:spPr>
          <a:xfrm rot="19980000">
            <a:off x="33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9" name="Rectangle 11418">
            <a:extLst>
              <a:ext uri="{FF2B5EF4-FFF2-40B4-BE49-F238E27FC236}">
                <a16:creationId xmlns:a16="http://schemas.microsoft.com/office/drawing/2014/main" id="{A8C03EEF-E284-0699-734B-33CF368DAA7D}"/>
              </a:ext>
            </a:extLst>
          </p:cNvPr>
          <p:cNvSpPr/>
          <p:nvPr/>
        </p:nvSpPr>
        <p:spPr>
          <a:xfrm rot="21060000">
            <a:off x="34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2" name="Rectangle 11441">
            <a:extLst>
              <a:ext uri="{FF2B5EF4-FFF2-40B4-BE49-F238E27FC236}">
                <a16:creationId xmlns:a16="http://schemas.microsoft.com/office/drawing/2014/main" id="{3AB4B55F-DC2B-79CB-32D8-BDA36295D04D}"/>
              </a:ext>
            </a:extLst>
          </p:cNvPr>
          <p:cNvSpPr/>
          <p:nvPr/>
        </p:nvSpPr>
        <p:spPr>
          <a:xfrm rot="540000">
            <a:off x="34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6" name="Rectangle 11465">
            <a:extLst>
              <a:ext uri="{FF2B5EF4-FFF2-40B4-BE49-F238E27FC236}">
                <a16:creationId xmlns:a16="http://schemas.microsoft.com/office/drawing/2014/main" id="{4A95E111-98B9-A7C6-6755-F14F2AA3598E}"/>
              </a:ext>
            </a:extLst>
          </p:cNvPr>
          <p:cNvSpPr/>
          <p:nvPr/>
        </p:nvSpPr>
        <p:spPr>
          <a:xfrm rot="1620000">
            <a:off x="33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1" name="Rectangle 11490">
            <a:extLst>
              <a:ext uri="{FF2B5EF4-FFF2-40B4-BE49-F238E27FC236}">
                <a16:creationId xmlns:a16="http://schemas.microsoft.com/office/drawing/2014/main" id="{164DBC09-2EDD-02E1-F6A4-B734CEE5E440}"/>
              </a:ext>
            </a:extLst>
          </p:cNvPr>
          <p:cNvSpPr/>
          <p:nvPr/>
        </p:nvSpPr>
        <p:spPr>
          <a:xfrm rot="2700000">
            <a:off x="3128528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7" name="Rectangle 11516">
            <a:extLst>
              <a:ext uri="{FF2B5EF4-FFF2-40B4-BE49-F238E27FC236}">
                <a16:creationId xmlns:a16="http://schemas.microsoft.com/office/drawing/2014/main" id="{F7A5ADC0-F2DA-0984-B400-74E3FAFFF4F6}"/>
              </a:ext>
            </a:extLst>
          </p:cNvPr>
          <p:cNvSpPr/>
          <p:nvPr/>
        </p:nvSpPr>
        <p:spPr>
          <a:xfrm rot="3780000">
            <a:off x="2824789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4" name="Rectangle 11543">
            <a:extLst>
              <a:ext uri="{FF2B5EF4-FFF2-40B4-BE49-F238E27FC236}">
                <a16:creationId xmlns:a16="http://schemas.microsoft.com/office/drawing/2014/main" id="{6B575A3D-CF3B-4C90-92DF-0D202DC4D743}"/>
              </a:ext>
            </a:extLst>
          </p:cNvPr>
          <p:cNvSpPr/>
          <p:nvPr/>
        </p:nvSpPr>
        <p:spPr>
          <a:xfrm rot="4860000">
            <a:off x="2467721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2" name="Rectangle 11571">
            <a:extLst>
              <a:ext uri="{FF2B5EF4-FFF2-40B4-BE49-F238E27FC236}">
                <a16:creationId xmlns:a16="http://schemas.microsoft.com/office/drawing/2014/main" id="{44E47C01-F382-58C6-65AC-69659A4DC2C6}"/>
              </a:ext>
            </a:extLst>
          </p:cNvPr>
          <p:cNvSpPr/>
          <p:nvPr/>
        </p:nvSpPr>
        <p:spPr>
          <a:xfrm rot="5940000">
            <a:off x="20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1" name="Rectangle 11600">
            <a:extLst>
              <a:ext uri="{FF2B5EF4-FFF2-40B4-BE49-F238E27FC236}">
                <a16:creationId xmlns:a16="http://schemas.microsoft.com/office/drawing/2014/main" id="{92DF56E6-2DCB-A161-B37C-D38F07E4B0B7}"/>
              </a:ext>
            </a:extLst>
          </p:cNvPr>
          <p:cNvSpPr/>
          <p:nvPr/>
        </p:nvSpPr>
        <p:spPr>
          <a:xfrm rot="7020000">
            <a:off x="17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1" name="Rectangle 11630">
            <a:extLst>
              <a:ext uri="{FF2B5EF4-FFF2-40B4-BE49-F238E27FC236}">
                <a16:creationId xmlns:a16="http://schemas.microsoft.com/office/drawing/2014/main" id="{A7A4ECF3-A305-E0DC-9E58-72CF95A4917F}"/>
              </a:ext>
            </a:extLst>
          </p:cNvPr>
          <p:cNvSpPr/>
          <p:nvPr/>
        </p:nvSpPr>
        <p:spPr>
          <a:xfrm rot="8100000">
            <a:off x="14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2" name="Rectangle 11661">
            <a:extLst>
              <a:ext uri="{FF2B5EF4-FFF2-40B4-BE49-F238E27FC236}">
                <a16:creationId xmlns:a16="http://schemas.microsoft.com/office/drawing/2014/main" id="{9C35FDF6-058B-6DA8-2429-DA65CDD4AFD5}"/>
              </a:ext>
            </a:extLst>
          </p:cNvPr>
          <p:cNvSpPr/>
          <p:nvPr/>
        </p:nvSpPr>
        <p:spPr>
          <a:xfrm rot="9180000">
            <a:off x="12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4" name="Rectangle 11693">
            <a:extLst>
              <a:ext uri="{FF2B5EF4-FFF2-40B4-BE49-F238E27FC236}">
                <a16:creationId xmlns:a16="http://schemas.microsoft.com/office/drawing/2014/main" id="{C4186CEC-D299-4D02-1FC1-FC451617F99B}"/>
              </a:ext>
            </a:extLst>
          </p:cNvPr>
          <p:cNvSpPr/>
          <p:nvPr/>
        </p:nvSpPr>
        <p:spPr>
          <a:xfrm rot="10260000">
            <a:off x="10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7" name="Rectangle 11726">
            <a:extLst>
              <a:ext uri="{FF2B5EF4-FFF2-40B4-BE49-F238E27FC236}">
                <a16:creationId xmlns:a16="http://schemas.microsoft.com/office/drawing/2014/main" id="{5A622676-5476-A4F8-0938-5BC4293FBFFF}"/>
              </a:ext>
            </a:extLst>
          </p:cNvPr>
          <p:cNvSpPr/>
          <p:nvPr/>
        </p:nvSpPr>
        <p:spPr>
          <a:xfrm rot="11340000">
            <a:off x="10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1" name="Rectangle 11760">
            <a:extLst>
              <a:ext uri="{FF2B5EF4-FFF2-40B4-BE49-F238E27FC236}">
                <a16:creationId xmlns:a16="http://schemas.microsoft.com/office/drawing/2014/main" id="{B5301CDF-8A68-9EC1-BEDC-834F7B300036}"/>
              </a:ext>
            </a:extLst>
          </p:cNvPr>
          <p:cNvSpPr/>
          <p:nvPr/>
        </p:nvSpPr>
        <p:spPr>
          <a:xfrm rot="12420000">
            <a:off x="12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6" name="Rectangle 11795">
            <a:extLst>
              <a:ext uri="{FF2B5EF4-FFF2-40B4-BE49-F238E27FC236}">
                <a16:creationId xmlns:a16="http://schemas.microsoft.com/office/drawing/2014/main" id="{96F06C7E-6C8C-E0BB-D437-652319175584}"/>
              </a:ext>
            </a:extLst>
          </p:cNvPr>
          <p:cNvSpPr/>
          <p:nvPr/>
        </p:nvSpPr>
        <p:spPr>
          <a:xfrm rot="13500000">
            <a:off x="14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2" name="Rectangle 11831">
            <a:extLst>
              <a:ext uri="{FF2B5EF4-FFF2-40B4-BE49-F238E27FC236}">
                <a16:creationId xmlns:a16="http://schemas.microsoft.com/office/drawing/2014/main" id="{B5E342CA-5E85-A90A-0BA2-18C8A68C879E}"/>
              </a:ext>
            </a:extLst>
          </p:cNvPr>
          <p:cNvSpPr/>
          <p:nvPr/>
        </p:nvSpPr>
        <p:spPr>
          <a:xfrm rot="14580000">
            <a:off x="17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9" name="Rectangle 11868">
            <a:extLst>
              <a:ext uri="{FF2B5EF4-FFF2-40B4-BE49-F238E27FC236}">
                <a16:creationId xmlns:a16="http://schemas.microsoft.com/office/drawing/2014/main" id="{C3B7E0EF-991B-0A1F-F3B0-74E4BEFB7C6F}"/>
              </a:ext>
            </a:extLst>
          </p:cNvPr>
          <p:cNvSpPr/>
          <p:nvPr/>
        </p:nvSpPr>
        <p:spPr>
          <a:xfrm rot="15660000">
            <a:off x="20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7" name="Rectangle 11906">
            <a:extLst>
              <a:ext uri="{FF2B5EF4-FFF2-40B4-BE49-F238E27FC236}">
                <a16:creationId xmlns:a16="http://schemas.microsoft.com/office/drawing/2014/main" id="{69082B32-4AF6-899C-2DA7-C5C617FE10A0}"/>
              </a:ext>
            </a:extLst>
          </p:cNvPr>
          <p:cNvSpPr/>
          <p:nvPr/>
        </p:nvSpPr>
        <p:spPr>
          <a:xfrm>
            <a:off x="14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46" name="Rectangle 11945">
            <a:extLst>
              <a:ext uri="{FF2B5EF4-FFF2-40B4-BE49-F238E27FC236}">
                <a16:creationId xmlns:a16="http://schemas.microsoft.com/office/drawing/2014/main" id="{4F9F38D6-E332-A1A3-E980-8E7FDB130F2B}"/>
              </a:ext>
            </a:extLst>
          </p:cNvPr>
          <p:cNvSpPr/>
          <p:nvPr/>
        </p:nvSpPr>
        <p:spPr>
          <a:xfrm>
            <a:off x="14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86" name="Rectangle 11985">
            <a:extLst>
              <a:ext uri="{FF2B5EF4-FFF2-40B4-BE49-F238E27FC236}">
                <a16:creationId xmlns:a16="http://schemas.microsoft.com/office/drawing/2014/main" id="{2890E6E2-8CCD-C9EE-2587-403F3F33823C}"/>
              </a:ext>
            </a:extLst>
          </p:cNvPr>
          <p:cNvSpPr/>
          <p:nvPr/>
        </p:nvSpPr>
        <p:spPr>
          <a:xfrm>
            <a:off x="7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48% · altri 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27" name="Rectangle 12026">
            <a:extLst>
              <a:ext uri="{FF2B5EF4-FFF2-40B4-BE49-F238E27FC236}">
                <a16:creationId xmlns:a16="http://schemas.microsoft.com/office/drawing/2014/main" id="{6676B9FF-7E63-171D-D294-D3F58653CE18}"/>
              </a:ext>
            </a:extLst>
          </p:cNvPr>
          <p:cNvSpPr/>
          <p:nvPr/>
        </p:nvSpPr>
        <p:spPr>
          <a:xfrm>
            <a:off x="84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69" name="Rectangle 12068">
            <a:extLst>
              <a:ext uri="{FF2B5EF4-FFF2-40B4-BE49-F238E27FC236}">
                <a16:creationId xmlns:a16="http://schemas.microsoft.com/office/drawing/2014/main" id="{CDDFA42F-D213-FD66-2AFE-FACBB5F1F946}"/>
              </a:ext>
            </a:extLst>
          </p:cNvPr>
          <p:cNvSpPr/>
          <p:nvPr/>
        </p:nvSpPr>
        <p:spPr>
          <a:xfrm rot="16740000">
            <a:off x="97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12" name="Rectangle 12111">
            <a:extLst>
              <a:ext uri="{FF2B5EF4-FFF2-40B4-BE49-F238E27FC236}">
                <a16:creationId xmlns:a16="http://schemas.microsoft.com/office/drawing/2014/main" id="{0A4F6EFB-EA89-E64E-22EA-34B30185E228}"/>
              </a:ext>
            </a:extLst>
          </p:cNvPr>
          <p:cNvSpPr/>
          <p:nvPr/>
        </p:nvSpPr>
        <p:spPr>
          <a:xfrm rot="17820000">
            <a:off x="101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56" name="Rectangle 12155">
            <a:extLst>
              <a:ext uri="{FF2B5EF4-FFF2-40B4-BE49-F238E27FC236}">
                <a16:creationId xmlns:a16="http://schemas.microsoft.com/office/drawing/2014/main" id="{C52ABCA3-91E3-1A0F-0B63-5F8F22477648}"/>
              </a:ext>
            </a:extLst>
          </p:cNvPr>
          <p:cNvSpPr/>
          <p:nvPr/>
        </p:nvSpPr>
        <p:spPr>
          <a:xfrm rot="18900000">
            <a:off x="104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1" name="Rectangle 12200">
            <a:extLst>
              <a:ext uri="{FF2B5EF4-FFF2-40B4-BE49-F238E27FC236}">
                <a16:creationId xmlns:a16="http://schemas.microsoft.com/office/drawing/2014/main" id="{CB0D18B9-B08E-197A-7E4D-7827F60E83A3}"/>
              </a:ext>
            </a:extLst>
          </p:cNvPr>
          <p:cNvSpPr/>
          <p:nvPr/>
        </p:nvSpPr>
        <p:spPr>
          <a:xfrm rot="19980000">
            <a:off x="106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47" name="Rectangle 12246">
            <a:extLst>
              <a:ext uri="{FF2B5EF4-FFF2-40B4-BE49-F238E27FC236}">
                <a16:creationId xmlns:a16="http://schemas.microsoft.com/office/drawing/2014/main" id="{DAC0D18C-78DB-3B65-2811-39E1E5B771C8}"/>
              </a:ext>
            </a:extLst>
          </p:cNvPr>
          <p:cNvSpPr/>
          <p:nvPr/>
        </p:nvSpPr>
        <p:spPr>
          <a:xfrm rot="21060000">
            <a:off x="107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4" name="Rectangle 12293">
            <a:extLst>
              <a:ext uri="{FF2B5EF4-FFF2-40B4-BE49-F238E27FC236}">
                <a16:creationId xmlns:a16="http://schemas.microsoft.com/office/drawing/2014/main" id="{1BF46793-79D8-4460-9005-213781B0B6E6}"/>
              </a:ext>
            </a:extLst>
          </p:cNvPr>
          <p:cNvSpPr/>
          <p:nvPr/>
        </p:nvSpPr>
        <p:spPr>
          <a:xfrm rot="540000">
            <a:off x="107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2" name="Rectangle 12341">
            <a:extLst>
              <a:ext uri="{FF2B5EF4-FFF2-40B4-BE49-F238E27FC236}">
                <a16:creationId xmlns:a16="http://schemas.microsoft.com/office/drawing/2014/main" id="{52132FC2-70A3-0DD6-2F6A-B331FF9FE360}"/>
              </a:ext>
            </a:extLst>
          </p:cNvPr>
          <p:cNvSpPr/>
          <p:nvPr/>
        </p:nvSpPr>
        <p:spPr>
          <a:xfrm rot="1620000">
            <a:off x="106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91" name="Rectangle 12390">
            <a:extLst>
              <a:ext uri="{FF2B5EF4-FFF2-40B4-BE49-F238E27FC236}">
                <a16:creationId xmlns:a16="http://schemas.microsoft.com/office/drawing/2014/main" id="{1A6D6118-4531-B629-1E08-80CED4BA8A76}"/>
              </a:ext>
            </a:extLst>
          </p:cNvPr>
          <p:cNvSpPr/>
          <p:nvPr/>
        </p:nvSpPr>
        <p:spPr>
          <a:xfrm rot="2700000">
            <a:off x="104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1" name="Rectangle 12440">
            <a:extLst>
              <a:ext uri="{FF2B5EF4-FFF2-40B4-BE49-F238E27FC236}">
                <a16:creationId xmlns:a16="http://schemas.microsoft.com/office/drawing/2014/main" id="{8EB603F1-455E-84ED-97C7-D0D8D29E2F5B}"/>
              </a:ext>
            </a:extLst>
          </p:cNvPr>
          <p:cNvSpPr/>
          <p:nvPr/>
        </p:nvSpPr>
        <p:spPr>
          <a:xfrm rot="3780000">
            <a:off x="10124789" y="49192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2" name="Rectangle 12491">
            <a:extLst>
              <a:ext uri="{FF2B5EF4-FFF2-40B4-BE49-F238E27FC236}">
                <a16:creationId xmlns:a16="http://schemas.microsoft.com/office/drawing/2014/main" id="{099DFF8E-A55A-6F01-AC8E-02DFD2BC84CA}"/>
              </a:ext>
            </a:extLst>
          </p:cNvPr>
          <p:cNvSpPr/>
          <p:nvPr/>
        </p:nvSpPr>
        <p:spPr>
          <a:xfrm rot="4860000">
            <a:off x="9767721" y="5035226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44" name="Rectangle 12543">
            <a:extLst>
              <a:ext uri="{FF2B5EF4-FFF2-40B4-BE49-F238E27FC236}">
                <a16:creationId xmlns:a16="http://schemas.microsoft.com/office/drawing/2014/main" id="{F6ADE37F-710C-ACC2-59B6-F03796CFE925}"/>
              </a:ext>
            </a:extLst>
          </p:cNvPr>
          <p:cNvSpPr/>
          <p:nvPr/>
        </p:nvSpPr>
        <p:spPr>
          <a:xfrm rot="5940000">
            <a:off x="93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7" name="Rectangle 12596">
            <a:extLst>
              <a:ext uri="{FF2B5EF4-FFF2-40B4-BE49-F238E27FC236}">
                <a16:creationId xmlns:a16="http://schemas.microsoft.com/office/drawing/2014/main" id="{8C05773B-D4E1-28BF-AF9B-8CF04652A6C6}"/>
              </a:ext>
            </a:extLst>
          </p:cNvPr>
          <p:cNvSpPr/>
          <p:nvPr/>
        </p:nvSpPr>
        <p:spPr>
          <a:xfrm rot="7020000">
            <a:off x="90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51" name="Rectangle 12650">
            <a:extLst>
              <a:ext uri="{FF2B5EF4-FFF2-40B4-BE49-F238E27FC236}">
                <a16:creationId xmlns:a16="http://schemas.microsoft.com/office/drawing/2014/main" id="{0D3E8957-8DBC-F8AA-CB8E-AA7E69A3C013}"/>
              </a:ext>
            </a:extLst>
          </p:cNvPr>
          <p:cNvSpPr/>
          <p:nvPr/>
        </p:nvSpPr>
        <p:spPr>
          <a:xfrm rot="8100000">
            <a:off x="87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6" name="Rectangle 12705">
            <a:extLst>
              <a:ext uri="{FF2B5EF4-FFF2-40B4-BE49-F238E27FC236}">
                <a16:creationId xmlns:a16="http://schemas.microsoft.com/office/drawing/2014/main" id="{7BEDA33D-7D4B-1659-7A2B-DC03AB803BEB}"/>
              </a:ext>
            </a:extLst>
          </p:cNvPr>
          <p:cNvSpPr/>
          <p:nvPr/>
        </p:nvSpPr>
        <p:spPr>
          <a:xfrm rot="9180000">
            <a:off x="85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62" name="Rectangle 12761">
            <a:extLst>
              <a:ext uri="{FF2B5EF4-FFF2-40B4-BE49-F238E27FC236}">
                <a16:creationId xmlns:a16="http://schemas.microsoft.com/office/drawing/2014/main" id="{0750A8C3-3373-946A-14CD-868CE896DB8D}"/>
              </a:ext>
            </a:extLst>
          </p:cNvPr>
          <p:cNvSpPr/>
          <p:nvPr/>
        </p:nvSpPr>
        <p:spPr>
          <a:xfrm rot="10260000">
            <a:off x="83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19" name="Rectangle 12818">
            <a:extLst>
              <a:ext uri="{FF2B5EF4-FFF2-40B4-BE49-F238E27FC236}">
                <a16:creationId xmlns:a16="http://schemas.microsoft.com/office/drawing/2014/main" id="{71A87BA1-B5FA-CF43-F73E-A989A9D4263C}"/>
              </a:ext>
            </a:extLst>
          </p:cNvPr>
          <p:cNvSpPr/>
          <p:nvPr/>
        </p:nvSpPr>
        <p:spPr>
          <a:xfrm rot="11340000">
            <a:off x="83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7" name="Rectangle 12876">
            <a:extLst>
              <a:ext uri="{FF2B5EF4-FFF2-40B4-BE49-F238E27FC236}">
                <a16:creationId xmlns:a16="http://schemas.microsoft.com/office/drawing/2014/main" id="{3643ABA3-3939-1C45-7223-88B3EDE22D5C}"/>
              </a:ext>
            </a:extLst>
          </p:cNvPr>
          <p:cNvSpPr/>
          <p:nvPr/>
        </p:nvSpPr>
        <p:spPr>
          <a:xfrm rot="12420000">
            <a:off x="85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6" name="Rectangle 12935">
            <a:extLst>
              <a:ext uri="{FF2B5EF4-FFF2-40B4-BE49-F238E27FC236}">
                <a16:creationId xmlns:a16="http://schemas.microsoft.com/office/drawing/2014/main" id="{6585F6F3-7EC9-78E2-31D5-5CD2B58634DC}"/>
              </a:ext>
            </a:extLst>
          </p:cNvPr>
          <p:cNvSpPr/>
          <p:nvPr/>
        </p:nvSpPr>
        <p:spPr>
          <a:xfrm rot="13500000">
            <a:off x="87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6" name="Rectangle 12995">
            <a:extLst>
              <a:ext uri="{FF2B5EF4-FFF2-40B4-BE49-F238E27FC236}">
                <a16:creationId xmlns:a16="http://schemas.microsoft.com/office/drawing/2014/main" id="{5D6C33E9-AE8F-5DBE-06B4-530919F70DCA}"/>
              </a:ext>
            </a:extLst>
          </p:cNvPr>
          <p:cNvSpPr/>
          <p:nvPr/>
        </p:nvSpPr>
        <p:spPr>
          <a:xfrm rot="14580000">
            <a:off x="90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57" name="Rectangle 13056">
            <a:extLst>
              <a:ext uri="{FF2B5EF4-FFF2-40B4-BE49-F238E27FC236}">
                <a16:creationId xmlns:a16="http://schemas.microsoft.com/office/drawing/2014/main" id="{A6019E9D-6B16-87FB-B314-820280042D8C}"/>
              </a:ext>
            </a:extLst>
          </p:cNvPr>
          <p:cNvSpPr/>
          <p:nvPr/>
        </p:nvSpPr>
        <p:spPr>
          <a:xfrm rot="15660000">
            <a:off x="93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9" name="Rectangle 13118">
            <a:extLst>
              <a:ext uri="{FF2B5EF4-FFF2-40B4-BE49-F238E27FC236}">
                <a16:creationId xmlns:a16="http://schemas.microsoft.com/office/drawing/2014/main" id="{4EF4F513-A4B3-4E7D-EDFD-6152AD25AA53}"/>
              </a:ext>
            </a:extLst>
          </p:cNvPr>
          <p:cNvSpPr/>
          <p:nvPr/>
        </p:nvSpPr>
        <p:spPr>
          <a:xfrm>
            <a:off x="87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182" name="Rectangle 13181">
            <a:extLst>
              <a:ext uri="{FF2B5EF4-FFF2-40B4-BE49-F238E27FC236}">
                <a16:creationId xmlns:a16="http://schemas.microsoft.com/office/drawing/2014/main" id="{C518D219-1AE0-9223-428E-E77D9037C26A}"/>
              </a:ext>
            </a:extLst>
          </p:cNvPr>
          <p:cNvSpPr/>
          <p:nvPr/>
        </p:nvSpPr>
        <p:spPr>
          <a:xfrm>
            <a:off x="87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246" name="Rectangle 13245">
            <a:extLst>
              <a:ext uri="{FF2B5EF4-FFF2-40B4-BE49-F238E27FC236}">
                <a16:creationId xmlns:a16="http://schemas.microsoft.com/office/drawing/2014/main" id="{58EBE7B9-D99F-0523-2D1B-43996BF55D69}"/>
              </a:ext>
            </a:extLst>
          </p:cNvPr>
          <p:cNvSpPr/>
          <p:nvPr/>
        </p:nvSpPr>
        <p:spPr>
          <a:xfrm>
            <a:off x="80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36% · altri 14%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11" name="Rectangle: Rounded Corners 13310">
            <a:extLst>
              <a:ext uri="{FF2B5EF4-FFF2-40B4-BE49-F238E27FC236}">
                <a16:creationId xmlns:a16="http://schemas.microsoft.com/office/drawing/2014/main" id="{2F0BF9E4-D752-808F-A00C-95F3B6700640}"/>
              </a:ext>
            </a:extLst>
          </p:cNvPr>
          <p:cNvSpPr/>
          <p:nvPr/>
        </p:nvSpPr>
        <p:spPr>
          <a:xfrm>
            <a:off x="4500000" y="3000000"/>
            <a:ext cx="3200000" cy="19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77" name="Rectangle: Rounded Corners 13376">
            <a:extLst>
              <a:ext uri="{FF2B5EF4-FFF2-40B4-BE49-F238E27FC236}">
                <a16:creationId xmlns:a16="http://schemas.microsoft.com/office/drawing/2014/main" id="{3C784CF5-9DA4-73BE-F025-61F03E5FE068}"/>
              </a:ext>
            </a:extLst>
          </p:cNvPr>
          <p:cNvSpPr/>
          <p:nvPr/>
        </p:nvSpPr>
        <p:spPr>
          <a:xfrm>
            <a:off x="4550000" y="3050000"/>
            <a:ext cx="3100000" cy="18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44" name="Rectangle 13443">
            <a:extLst>
              <a:ext uri="{FF2B5EF4-FFF2-40B4-BE49-F238E27FC236}">
                <a16:creationId xmlns:a16="http://schemas.microsoft.com/office/drawing/2014/main" id="{3A80BBF6-F12A-1634-0622-4172E533F76E}"/>
              </a:ext>
            </a:extLst>
          </p:cNvPr>
          <p:cNvSpPr/>
          <p:nvPr/>
        </p:nvSpPr>
        <p:spPr>
          <a:xfrm>
            <a:off x="4650000" y="3100000"/>
            <a:ext cx="2900000" cy="1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Dal 2019 al 2023 il digitale cresce di 13 punti e supera la TV lineare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512" name="Arrow: Right 13511">
            <a:extLst>
              <a:ext uri="{FF2B5EF4-FFF2-40B4-BE49-F238E27FC236}">
                <a16:creationId xmlns:a16="http://schemas.microsoft.com/office/drawing/2014/main" id="{623CE179-F325-529D-F0C6-96A1288B2845}"/>
              </a:ext>
            </a:extLst>
          </p:cNvPr>
          <p:cNvSpPr/>
          <p:nvPr/>
        </p:nvSpPr>
        <p:spPr>
          <a:xfrm>
            <a:off x="5600000" y="5200000"/>
            <a:ext cx="1000000" cy="420000"/>
          </a:xfrm>
          <a:prstGeom prst="rightArrow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1" name="Rectangle 13580">
            <a:extLst>
              <a:ext uri="{FF2B5EF4-FFF2-40B4-BE49-F238E27FC236}">
                <a16:creationId xmlns:a16="http://schemas.microsoft.com/office/drawing/2014/main" id="{0DB0652B-E511-31A7-591E-6E1ED4B6A44D}"/>
              </a:ext>
            </a:extLst>
          </p:cNvPr>
          <p:cNvSpPr/>
          <p:nvPr/>
        </p:nvSpPr>
        <p:spPr>
          <a:xfrm>
            <a:off x="4550000" y="5620000"/>
            <a:ext cx="31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+13 punti di quota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" name="Rectangle 9626">
            <a:extLst>
              <a:ext uri="{FF2B5EF4-FFF2-40B4-BE49-F238E27FC236}">
                <a16:creationId xmlns:a16="http://schemas.microsoft.com/office/drawing/2014/main" id="{0A64F11A-AC9D-487F-E99A-D0D9DAF0E9C6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9" name="Rectangle 9628">
            <a:extLst>
              <a:ext uri="{FF2B5EF4-FFF2-40B4-BE49-F238E27FC236}">
                <a16:creationId xmlns:a16="http://schemas.microsoft.com/office/drawing/2014/main" id="{C7BB9128-AA95-344D-8611-468F0863F0A0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2" name="Rectangle 9631">
            <a:extLst>
              <a:ext uri="{FF2B5EF4-FFF2-40B4-BE49-F238E27FC236}">
                <a16:creationId xmlns:a16="http://schemas.microsoft.com/office/drawing/2014/main" id="{849A36E4-2A26-6997-1767-4AAC0430B8F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6" name="Rectangle 9635">
            <a:extLst>
              <a:ext uri="{FF2B5EF4-FFF2-40B4-BE49-F238E27FC236}">
                <a16:creationId xmlns:a16="http://schemas.microsoft.com/office/drawing/2014/main" id="{06643303-3422-866E-F4B5-5E45BD555D0D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1" name="Rectangle 9640">
            <a:extLst>
              <a:ext uri="{FF2B5EF4-FFF2-40B4-BE49-F238E27FC236}">
                <a16:creationId xmlns:a16="http://schemas.microsoft.com/office/drawing/2014/main" id="{1CFD691A-AD84-FE50-C47D-39426A68B620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7" name="Rectangle 9646">
            <a:extLst>
              <a:ext uri="{FF2B5EF4-FFF2-40B4-BE49-F238E27FC236}">
                <a16:creationId xmlns:a16="http://schemas.microsoft.com/office/drawing/2014/main" id="{75714851-09EC-81E1-F256-11DFEA028824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4" name="Rectangle 9653">
            <a:extLst>
              <a:ext uri="{FF2B5EF4-FFF2-40B4-BE49-F238E27FC236}">
                <a16:creationId xmlns:a16="http://schemas.microsoft.com/office/drawing/2014/main" id="{1E44D3C3-C4C0-6365-2306-201D2D41025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2" name="Rectangle 9661">
            <a:extLst>
              <a:ext uri="{FF2B5EF4-FFF2-40B4-BE49-F238E27FC236}">
                <a16:creationId xmlns:a16="http://schemas.microsoft.com/office/drawing/2014/main" id="{DD0F3FD5-63FF-C2B0-9CAA-345B9E6B78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1" name="Rectangle 9670">
            <a:extLst>
              <a:ext uri="{FF2B5EF4-FFF2-40B4-BE49-F238E27FC236}">
                <a16:creationId xmlns:a16="http://schemas.microsoft.com/office/drawing/2014/main" id="{9FAE1D03-4A6B-B8D4-7D5E-61443634154F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1" name="Rectangle 9680">
            <a:extLst>
              <a:ext uri="{FF2B5EF4-FFF2-40B4-BE49-F238E27FC236}">
                <a16:creationId xmlns:a16="http://schemas.microsoft.com/office/drawing/2014/main" id="{3E5F3AF9-2000-DD52-A8FC-D70300C01200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2" name="Rectangle 9691">
            <a:extLst>
              <a:ext uri="{FF2B5EF4-FFF2-40B4-BE49-F238E27FC236}">
                <a16:creationId xmlns:a16="http://schemas.microsoft.com/office/drawing/2014/main" id="{FD3B7A96-AFE3-B240-ACCB-E35F25D4E17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04" name="Rectangle 9703">
            <a:extLst>
              <a:ext uri="{FF2B5EF4-FFF2-40B4-BE49-F238E27FC236}">
                <a16:creationId xmlns:a16="http://schemas.microsoft.com/office/drawing/2014/main" id="{BB707309-296B-9B44-D895-65C6BBD04181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17" name="Rectangle: Rounded Corners 9716">
            <a:extLst>
              <a:ext uri="{FF2B5EF4-FFF2-40B4-BE49-F238E27FC236}">
                <a16:creationId xmlns:a16="http://schemas.microsoft.com/office/drawing/2014/main" id="{B1206C04-5BEA-87A7-496B-5C9580587FB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STAGIONE 23/24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31" name="Rectangle 9730">
            <a:extLst>
              <a:ext uri="{FF2B5EF4-FFF2-40B4-BE49-F238E27FC236}">
                <a16:creationId xmlns:a16="http://schemas.microsoft.com/office/drawing/2014/main" id="{FC35B6FD-B5CB-A585-B31D-6FD96AD125A3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 numeri chiave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6" name="Rectangle 9745">
            <a:extLst>
              <a:ext uri="{FF2B5EF4-FFF2-40B4-BE49-F238E27FC236}">
                <a16:creationId xmlns:a16="http://schemas.microsoft.com/office/drawing/2014/main" id="{3E23FB69-C7AE-A57A-FDA5-41FEEC94C058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Sintesi degli indicatori della stagione 2023/24; ogni barra mostra la % dell'obiettivo stagionale raggiunta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62" name="Rectangle 9761">
            <a:extLst>
              <a:ext uri="{FF2B5EF4-FFF2-40B4-BE49-F238E27FC236}">
                <a16:creationId xmlns:a16="http://schemas.microsoft.com/office/drawing/2014/main" id="{D818656F-EF34-1436-D96B-5E4EA4009ED2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79" name="Rectangle: Rounded Corners 9778">
            <a:extLst>
              <a:ext uri="{FF2B5EF4-FFF2-40B4-BE49-F238E27FC236}">
                <a16:creationId xmlns:a16="http://schemas.microsoft.com/office/drawing/2014/main" id="{1FC91C85-DC16-4406-C3BD-ADC5E0CAD83C}"/>
              </a:ext>
            </a:extLst>
          </p:cNvPr>
          <p:cNvSpPr/>
          <p:nvPr/>
        </p:nvSpPr>
        <p:spPr>
          <a:xfrm>
            <a:off x="500000" y="1970000"/>
            <a:ext cx="11190000" cy="7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7" name="Rectangle: Rounded Corners 9796">
            <a:extLst>
              <a:ext uri="{FF2B5EF4-FFF2-40B4-BE49-F238E27FC236}">
                <a16:creationId xmlns:a16="http://schemas.microsoft.com/office/drawing/2014/main" id="{2C46A0C5-40AF-0EDF-422F-F69184E707D9}"/>
              </a:ext>
            </a:extLst>
          </p:cNvPr>
          <p:cNvSpPr/>
          <p:nvPr/>
        </p:nvSpPr>
        <p:spPr>
          <a:xfrm>
            <a:off x="550000" y="2020000"/>
            <a:ext cx="11090000" cy="6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6" name="Rectangle 9815">
            <a:extLst>
              <a:ext uri="{FF2B5EF4-FFF2-40B4-BE49-F238E27FC236}">
                <a16:creationId xmlns:a16="http://schemas.microsoft.com/office/drawing/2014/main" id="{783A04A3-9025-3194-A30C-1675198D75A9}"/>
              </a:ext>
            </a:extLst>
          </p:cNvPr>
          <p:cNvSpPr/>
          <p:nvPr/>
        </p:nvSpPr>
        <p:spPr>
          <a:xfrm>
            <a:off x="650000" y="2070000"/>
            <a:ext cx="10890000" cy="5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Una stagione in crescita costante su tutti gli schermi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36" name="Rectangle 9835">
            <a:extLst>
              <a:ext uri="{FF2B5EF4-FFF2-40B4-BE49-F238E27FC236}">
                <a16:creationId xmlns:a16="http://schemas.microsoft.com/office/drawing/2014/main" id="{06DD6B79-FABC-167A-594B-D32FDE3F331C}"/>
              </a:ext>
            </a:extLst>
          </p:cNvPr>
          <p:cNvSpPr/>
          <p:nvPr/>
        </p:nvSpPr>
        <p:spPr>
          <a:xfrm>
            <a:off x="550000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7" name="Rectangle 9856">
            <a:extLst>
              <a:ext uri="{FF2B5EF4-FFF2-40B4-BE49-F238E27FC236}">
                <a16:creationId xmlns:a16="http://schemas.microsoft.com/office/drawing/2014/main" id="{1B0E0B65-0367-B173-5B3C-47F749F2F320}"/>
              </a:ext>
            </a:extLst>
          </p:cNvPr>
          <p:cNvSpPr/>
          <p:nvPr/>
        </p:nvSpPr>
        <p:spPr>
          <a:xfrm>
            <a:off x="730000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23,4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79" name="Rectangle 9878">
            <a:extLst>
              <a:ext uri="{FF2B5EF4-FFF2-40B4-BE49-F238E27FC236}">
                <a16:creationId xmlns:a16="http://schemas.microsoft.com/office/drawing/2014/main" id="{3C15B916-33ED-100D-70EC-83002D7C7258}"/>
              </a:ext>
            </a:extLst>
          </p:cNvPr>
          <p:cNvSpPr/>
          <p:nvPr/>
        </p:nvSpPr>
        <p:spPr>
          <a:xfrm>
            <a:off x="730000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a sera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02" name="Rectangle 9901">
            <a:extLst>
              <a:ext uri="{FF2B5EF4-FFF2-40B4-BE49-F238E27FC236}">
                <a16:creationId xmlns:a16="http://schemas.microsoft.com/office/drawing/2014/main" id="{F833B88F-6FA8-4918-52AE-61DEAD4A3930}"/>
              </a:ext>
            </a:extLst>
          </p:cNvPr>
          <p:cNvSpPr/>
          <p:nvPr/>
        </p:nvSpPr>
        <p:spPr>
          <a:xfrm>
            <a:off x="730000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6" name="Rectangle 9925">
            <a:extLst>
              <a:ext uri="{FF2B5EF4-FFF2-40B4-BE49-F238E27FC236}">
                <a16:creationId xmlns:a16="http://schemas.microsoft.com/office/drawing/2014/main" id="{704A5700-3D7B-0D23-4BFD-907B7EA63A77}"/>
              </a:ext>
            </a:extLst>
          </p:cNvPr>
          <p:cNvSpPr/>
          <p:nvPr/>
        </p:nvSpPr>
        <p:spPr>
          <a:xfrm>
            <a:off x="730000" y="4020000"/>
            <a:ext cx="22079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1" name="Rectangle 9950">
            <a:extLst>
              <a:ext uri="{FF2B5EF4-FFF2-40B4-BE49-F238E27FC236}">
                <a16:creationId xmlns:a16="http://schemas.microsoft.com/office/drawing/2014/main" id="{DBE03F51-7C49-4E9A-1FE4-7DBB21CD1C5E}"/>
              </a:ext>
            </a:extLst>
          </p:cNvPr>
          <p:cNvSpPr/>
          <p:nvPr/>
        </p:nvSpPr>
        <p:spPr>
          <a:xfrm>
            <a:off x="3203333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90%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77" name="Rectangle 9976">
            <a:extLst>
              <a:ext uri="{FF2B5EF4-FFF2-40B4-BE49-F238E27FC236}">
                <a16:creationId xmlns:a16="http://schemas.microsoft.com/office/drawing/2014/main" id="{7325B6EB-AA79-E301-A728-F2AC42516EB6}"/>
              </a:ext>
            </a:extLst>
          </p:cNvPr>
          <p:cNvSpPr/>
          <p:nvPr/>
        </p:nvSpPr>
        <p:spPr>
          <a:xfrm>
            <a:off x="4313333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4" name="Rectangle 10003">
            <a:extLst>
              <a:ext uri="{FF2B5EF4-FFF2-40B4-BE49-F238E27FC236}">
                <a16:creationId xmlns:a16="http://schemas.microsoft.com/office/drawing/2014/main" id="{E67D0E3A-08E5-EC60-03ED-1AFAAC6E8CDF}"/>
              </a:ext>
            </a:extLst>
          </p:cNvPr>
          <p:cNvSpPr/>
          <p:nvPr/>
        </p:nvSpPr>
        <p:spPr>
          <a:xfrm>
            <a:off x="4493333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1,5 mld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32" name="Rectangle 10031">
            <a:extLst>
              <a:ext uri="{FF2B5EF4-FFF2-40B4-BE49-F238E27FC236}">
                <a16:creationId xmlns:a16="http://schemas.microsoft.com/office/drawing/2014/main" id="{35BDB0AE-B5C0-4E36-6152-74E40E519B02}"/>
              </a:ext>
            </a:extLst>
          </p:cNvPr>
          <p:cNvSpPr/>
          <p:nvPr/>
        </p:nvSpPr>
        <p:spPr>
          <a:xfrm>
            <a:off x="4493333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visualizzazioni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61" name="Rectangle 10060">
            <a:extLst>
              <a:ext uri="{FF2B5EF4-FFF2-40B4-BE49-F238E27FC236}">
                <a16:creationId xmlns:a16="http://schemas.microsoft.com/office/drawing/2014/main" id="{8BF517CA-F1F7-D44E-CC66-A04E698A26C5}"/>
              </a:ext>
            </a:extLst>
          </p:cNvPr>
          <p:cNvSpPr/>
          <p:nvPr/>
        </p:nvSpPr>
        <p:spPr>
          <a:xfrm>
            <a:off x="4493333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1" name="Rectangle 10090">
            <a:extLst>
              <a:ext uri="{FF2B5EF4-FFF2-40B4-BE49-F238E27FC236}">
                <a16:creationId xmlns:a16="http://schemas.microsoft.com/office/drawing/2014/main" id="{DC42DB10-EA6B-1329-4F72-59D900BCE3C5}"/>
              </a:ext>
            </a:extLst>
          </p:cNvPr>
          <p:cNvSpPr/>
          <p:nvPr/>
        </p:nvSpPr>
        <p:spPr>
          <a:xfrm>
            <a:off x="4493333" y="4020000"/>
            <a:ext cx="22325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2" name="Rectangle 10121">
            <a:extLst>
              <a:ext uri="{FF2B5EF4-FFF2-40B4-BE49-F238E27FC236}">
                <a16:creationId xmlns:a16="http://schemas.microsoft.com/office/drawing/2014/main" id="{D62BCDD4-D664-12F0-2D4E-082A48783C42}"/>
              </a:ext>
            </a:extLst>
          </p:cNvPr>
          <p:cNvSpPr/>
          <p:nvPr/>
        </p:nvSpPr>
        <p:spPr>
          <a:xfrm>
            <a:off x="6966667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91%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154" name="Rectangle 10153">
            <a:extLst>
              <a:ext uri="{FF2B5EF4-FFF2-40B4-BE49-F238E27FC236}">
                <a16:creationId xmlns:a16="http://schemas.microsoft.com/office/drawing/2014/main" id="{9B234A32-C70E-E7BD-9229-7C7198BC16A7}"/>
              </a:ext>
            </a:extLst>
          </p:cNvPr>
          <p:cNvSpPr/>
          <p:nvPr/>
        </p:nvSpPr>
        <p:spPr>
          <a:xfrm>
            <a:off x="8076667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7" name="Rectangle 10186">
            <a:extLst>
              <a:ext uri="{FF2B5EF4-FFF2-40B4-BE49-F238E27FC236}">
                <a16:creationId xmlns:a16="http://schemas.microsoft.com/office/drawing/2014/main" id="{BB3771CB-7D31-6E95-2A50-8EA192B7B649}"/>
              </a:ext>
            </a:extLst>
          </p:cNvPr>
          <p:cNvSpPr/>
          <p:nvPr/>
        </p:nvSpPr>
        <p:spPr>
          <a:xfrm>
            <a:off x="8256667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293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21" name="Rectangle 10220">
            <a:extLst>
              <a:ext uri="{FF2B5EF4-FFF2-40B4-BE49-F238E27FC236}">
                <a16:creationId xmlns:a16="http://schemas.microsoft.com/office/drawing/2014/main" id="{A555EB71-3F3B-165D-C958-740B9E976B59}"/>
              </a:ext>
            </a:extLst>
          </p:cNvPr>
          <p:cNvSpPr/>
          <p:nvPr/>
        </p:nvSpPr>
        <p:spPr>
          <a:xfrm>
            <a:off x="8256667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eventi sportivi trasmessi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6CF6953B-D652-949F-A550-05C2418BD370}"/>
              </a:ext>
            </a:extLst>
          </p:cNvPr>
          <p:cNvSpPr/>
          <p:nvPr/>
        </p:nvSpPr>
        <p:spPr>
          <a:xfrm>
            <a:off x="8256667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2" name="Rectangle 10291">
            <a:extLst>
              <a:ext uri="{FF2B5EF4-FFF2-40B4-BE49-F238E27FC236}">
                <a16:creationId xmlns:a16="http://schemas.microsoft.com/office/drawing/2014/main" id="{98DACB73-7F3E-156C-52C0-00EE8307FE6C}"/>
              </a:ext>
            </a:extLst>
          </p:cNvPr>
          <p:cNvSpPr/>
          <p:nvPr/>
        </p:nvSpPr>
        <p:spPr>
          <a:xfrm>
            <a:off x="8256667" y="4020000"/>
            <a:ext cx="21098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9" name="Rectangle 10328">
            <a:extLst>
              <a:ext uri="{FF2B5EF4-FFF2-40B4-BE49-F238E27FC236}">
                <a16:creationId xmlns:a16="http://schemas.microsoft.com/office/drawing/2014/main" id="{54620968-D747-71ED-B3FB-17F90A8F967D}"/>
              </a:ext>
            </a:extLst>
          </p:cNvPr>
          <p:cNvSpPr/>
          <p:nvPr/>
        </p:nvSpPr>
        <p:spPr>
          <a:xfrm>
            <a:off x="10730000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86%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67" name="Rectangle 10366">
            <a:extLst>
              <a:ext uri="{FF2B5EF4-FFF2-40B4-BE49-F238E27FC236}">
                <a16:creationId xmlns:a16="http://schemas.microsoft.com/office/drawing/2014/main" id="{F0D464A9-212A-4CCC-7549-597E78A5AAAD}"/>
              </a:ext>
            </a:extLst>
          </p:cNvPr>
          <p:cNvSpPr/>
          <p:nvPr/>
        </p:nvSpPr>
        <p:spPr>
          <a:xfrm>
            <a:off x="550000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6" name="Rectangle 10405">
            <a:extLst>
              <a:ext uri="{FF2B5EF4-FFF2-40B4-BE49-F238E27FC236}">
                <a16:creationId xmlns:a16="http://schemas.microsoft.com/office/drawing/2014/main" id="{AB9891F3-51B6-30A8-A94A-552866452004}"/>
              </a:ext>
            </a:extLst>
          </p:cNvPr>
          <p:cNvSpPr/>
          <p:nvPr/>
        </p:nvSpPr>
        <p:spPr>
          <a:xfrm>
            <a:off x="730000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40%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46" name="Rectangle 10445">
            <a:extLst>
              <a:ext uri="{FF2B5EF4-FFF2-40B4-BE49-F238E27FC236}">
                <a16:creationId xmlns:a16="http://schemas.microsoft.com/office/drawing/2014/main" id="{ADBF383C-33B1-CE3B-F381-223354D7AF63}"/>
              </a:ext>
            </a:extLst>
          </p:cNvPr>
          <p:cNvSpPr/>
          <p:nvPr/>
        </p:nvSpPr>
        <p:spPr>
          <a:xfrm>
            <a:off x="730000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87" name="Rectangle 10486">
            <a:extLst>
              <a:ext uri="{FF2B5EF4-FFF2-40B4-BE49-F238E27FC236}">
                <a16:creationId xmlns:a16="http://schemas.microsoft.com/office/drawing/2014/main" id="{F0E45841-2860-6DBA-A2F0-33C65C788929}"/>
              </a:ext>
            </a:extLst>
          </p:cNvPr>
          <p:cNvSpPr/>
          <p:nvPr/>
        </p:nvSpPr>
        <p:spPr>
          <a:xfrm>
            <a:off x="730000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9" name="Rectangle 10528">
            <a:extLst>
              <a:ext uri="{FF2B5EF4-FFF2-40B4-BE49-F238E27FC236}">
                <a16:creationId xmlns:a16="http://schemas.microsoft.com/office/drawing/2014/main" id="{B8928DF4-E359-228B-00E0-ACC4E14D5083}"/>
              </a:ext>
            </a:extLst>
          </p:cNvPr>
          <p:cNvSpPr/>
          <p:nvPr/>
        </p:nvSpPr>
        <p:spPr>
          <a:xfrm>
            <a:off x="730000" y="5720000"/>
            <a:ext cx="22815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2" name="Rectangle 10571">
            <a:extLst>
              <a:ext uri="{FF2B5EF4-FFF2-40B4-BE49-F238E27FC236}">
                <a16:creationId xmlns:a16="http://schemas.microsoft.com/office/drawing/2014/main" id="{A565144D-9996-88F7-196F-390EACF027B2}"/>
              </a:ext>
            </a:extLst>
          </p:cNvPr>
          <p:cNvSpPr/>
          <p:nvPr/>
        </p:nvSpPr>
        <p:spPr>
          <a:xfrm>
            <a:off x="3203333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93%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6" name="Rectangle 10615">
            <a:extLst>
              <a:ext uri="{FF2B5EF4-FFF2-40B4-BE49-F238E27FC236}">
                <a16:creationId xmlns:a16="http://schemas.microsoft.com/office/drawing/2014/main" id="{CD6E6A00-67AD-DDA3-1BC2-79513AD656AC}"/>
              </a:ext>
            </a:extLst>
          </p:cNvPr>
          <p:cNvSpPr/>
          <p:nvPr/>
        </p:nvSpPr>
        <p:spPr>
          <a:xfrm>
            <a:off x="4313333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1" name="Rectangle 10660">
            <a:extLst>
              <a:ext uri="{FF2B5EF4-FFF2-40B4-BE49-F238E27FC236}">
                <a16:creationId xmlns:a16="http://schemas.microsoft.com/office/drawing/2014/main" id="{0D78B0DE-A31A-A0BA-244A-D0A4D58E2A1E}"/>
              </a:ext>
            </a:extLst>
          </p:cNvPr>
          <p:cNvSpPr/>
          <p:nvPr/>
        </p:nvSpPr>
        <p:spPr>
          <a:xfrm>
            <a:off x="4493333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5,4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07" name="Rectangle 10706">
            <a:extLst>
              <a:ext uri="{FF2B5EF4-FFF2-40B4-BE49-F238E27FC236}">
                <a16:creationId xmlns:a16="http://schemas.microsoft.com/office/drawing/2014/main" id="{14FB181D-8676-A810-466D-C6201ADC18C9}"/>
              </a:ext>
            </a:extLst>
          </p:cNvPr>
          <p:cNvSpPr/>
          <p:nvPr/>
        </p:nvSpPr>
        <p:spPr>
          <a:xfrm>
            <a:off x="4493333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utenti mensili dell'app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54" name="Rectangle 10753">
            <a:extLst>
              <a:ext uri="{FF2B5EF4-FFF2-40B4-BE49-F238E27FC236}">
                <a16:creationId xmlns:a16="http://schemas.microsoft.com/office/drawing/2014/main" id="{E5C6F0F7-A147-98BF-8668-20A99882E84C}"/>
              </a:ext>
            </a:extLst>
          </p:cNvPr>
          <p:cNvSpPr/>
          <p:nvPr/>
        </p:nvSpPr>
        <p:spPr>
          <a:xfrm>
            <a:off x="4493333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2" name="Rectangle 10801">
            <a:extLst>
              <a:ext uri="{FF2B5EF4-FFF2-40B4-BE49-F238E27FC236}">
                <a16:creationId xmlns:a16="http://schemas.microsoft.com/office/drawing/2014/main" id="{78AB1F29-F5A3-615A-2761-9E057FA81117}"/>
              </a:ext>
            </a:extLst>
          </p:cNvPr>
          <p:cNvSpPr/>
          <p:nvPr/>
        </p:nvSpPr>
        <p:spPr>
          <a:xfrm>
            <a:off x="4493333" y="5720000"/>
            <a:ext cx="20362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1" name="Rectangle 10850">
            <a:extLst>
              <a:ext uri="{FF2B5EF4-FFF2-40B4-BE49-F238E27FC236}">
                <a16:creationId xmlns:a16="http://schemas.microsoft.com/office/drawing/2014/main" id="{324C4D02-05DD-82E2-C6C1-A722A93F1B5B}"/>
              </a:ext>
            </a:extLst>
          </p:cNvPr>
          <p:cNvSpPr/>
          <p:nvPr/>
        </p:nvSpPr>
        <p:spPr>
          <a:xfrm>
            <a:off x="6966667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83%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01" name="Rectangle 10900">
            <a:extLst>
              <a:ext uri="{FF2B5EF4-FFF2-40B4-BE49-F238E27FC236}">
                <a16:creationId xmlns:a16="http://schemas.microsoft.com/office/drawing/2014/main" id="{315166C1-EA96-E3BB-FCE0-D05B4E0B36B9}"/>
              </a:ext>
            </a:extLst>
          </p:cNvPr>
          <p:cNvSpPr/>
          <p:nvPr/>
        </p:nvSpPr>
        <p:spPr>
          <a:xfrm>
            <a:off x="8076667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2" name="Rectangle 10951">
            <a:extLst>
              <a:ext uri="{FF2B5EF4-FFF2-40B4-BE49-F238E27FC236}">
                <a16:creationId xmlns:a16="http://schemas.microsoft.com/office/drawing/2014/main" id="{10E0F426-5344-EB1A-4383-AD1136C48354}"/>
              </a:ext>
            </a:extLst>
          </p:cNvPr>
          <p:cNvSpPr/>
          <p:nvPr/>
        </p:nvSpPr>
        <p:spPr>
          <a:xfrm>
            <a:off x="8256667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+19%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04" name="Rectangle 11003">
            <a:extLst>
              <a:ext uri="{FF2B5EF4-FFF2-40B4-BE49-F238E27FC236}">
                <a16:creationId xmlns:a16="http://schemas.microsoft.com/office/drawing/2014/main" id="{519298C9-BE78-1DB9-FE45-E5DBD2EFA3FE}"/>
              </a:ext>
            </a:extLst>
          </p:cNvPr>
          <p:cNvSpPr/>
          <p:nvPr/>
        </p:nvSpPr>
        <p:spPr>
          <a:xfrm>
            <a:off x="8256667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57" name="Rectangle 11056">
            <a:extLst>
              <a:ext uri="{FF2B5EF4-FFF2-40B4-BE49-F238E27FC236}">
                <a16:creationId xmlns:a16="http://schemas.microsoft.com/office/drawing/2014/main" id="{AC057A57-E43A-3825-B450-D7815881B198}"/>
              </a:ext>
            </a:extLst>
          </p:cNvPr>
          <p:cNvSpPr/>
          <p:nvPr/>
        </p:nvSpPr>
        <p:spPr>
          <a:xfrm>
            <a:off x="8256667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1" name="Rectangle 11110">
            <a:extLst>
              <a:ext uri="{FF2B5EF4-FFF2-40B4-BE49-F238E27FC236}">
                <a16:creationId xmlns:a16="http://schemas.microsoft.com/office/drawing/2014/main" id="{E34F4447-A6B8-F272-7344-F7A4E55784D2}"/>
              </a:ext>
            </a:extLst>
          </p:cNvPr>
          <p:cNvSpPr/>
          <p:nvPr/>
        </p:nvSpPr>
        <p:spPr>
          <a:xfrm>
            <a:off x="8256667" y="5720000"/>
            <a:ext cx="21343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6" name="Rectangle 11165">
            <a:extLst>
              <a:ext uri="{FF2B5EF4-FFF2-40B4-BE49-F238E27FC236}">
                <a16:creationId xmlns:a16="http://schemas.microsoft.com/office/drawing/2014/main" id="{24E8C4B6-F9BA-5E82-E748-EA05C4EA8B13}"/>
              </a:ext>
            </a:extLst>
          </p:cNvPr>
          <p:cNvSpPr/>
          <p:nvPr/>
        </p:nvSpPr>
        <p:spPr>
          <a:xfrm>
            <a:off x="10730000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87%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2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1069</Words>
  <Application>Microsoft Office PowerPoint</Application>
  <PresentationFormat>Widescreen</PresentationFormat>
  <Paragraphs>475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ISTAT CENSIMENTO 2023</dc:title>
  <dc:subject/>
  <dc:creator/>
  <cp:keywords/>
  <dc:description/>
  <cp:lastModifiedBy>Mauro Minella</cp:lastModifiedBy>
  <cp:revision>15</cp:revision>
  <dcterms:created xsi:type="dcterms:W3CDTF">2026-10-20T12:49:10Z</dcterms:created>
  <dcterms:modified xsi:type="dcterms:W3CDTF">2026-10-20T19:17:56Z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Theme:9</vt:lpwstr>
  </property>
  <property fmtid="{D5CDD505-2E9C-101B-9397-08002B2CF9AE}" pid="3" name="ClassificationContentMarkingFooterText">
    <vt:lpwstr>Classified as Microsoft Confidential</vt:lpwstr>
  </property>
</Properties>
</file>