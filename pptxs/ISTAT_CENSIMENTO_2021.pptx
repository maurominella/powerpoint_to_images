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D6989-D0FA-1E98-30DD-A34A8CA796A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21/22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2021/22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17% degli adulti segue l'Eurolega in streaming nella stagione 2021/22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7928000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17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35625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936458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5.400.000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+16% sul 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2020 vs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2021 cresce di più la fascia 55+: +20%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2907692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3311538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2503846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1776923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96923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2085714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7,3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8,4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Quasi un italiano su quattro fa la spesa online almeno una volta al mese (dato 2021)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3,6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44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1,6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26598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599800" y="5450000"/>
            <a:ext cx="26598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31%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8876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227200" y="5450000"/>
            <a:ext cx="13728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2021 ha superato i 12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10,2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6 MAR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12,1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63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2015-2021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5050000"/>
            <a:ext cx="580000" cy="70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46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4875000"/>
            <a:ext cx="580000" cy="87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447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4700000"/>
            <a:ext cx="580000" cy="105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430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4525000"/>
            <a:ext cx="580000" cy="12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41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3518750"/>
            <a:ext cx="580000" cy="22312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2021 il 51%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+35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2015 al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1,9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26.100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2021, +20%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2022: 38.000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060526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69%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2021 il Nord vale il 43%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931914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6,6%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1846808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3,1%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60851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2,7%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2021 l'arrivo in salita porta l'audience a 2,7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1088154">
            <a:off x="1445245" y="498287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257349">
            <a:off x="2298806" y="4951000"/>
            <a:ext cx="85238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598045">
            <a:off x="3131286" y="4855375"/>
            <a:ext cx="887426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598045">
            <a:off x="3981286" y="4600375"/>
            <a:ext cx="887426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511846">
            <a:off x="4845245" y="453662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20366637">
            <a:off x="5671099" y="444100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366637">
            <a:off x="6521099" y="412225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972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562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1,0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84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43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1,2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90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49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1,1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653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4243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1,5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439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98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1,9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526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411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1,7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420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79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2,2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85875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347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2,7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2,7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+170%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2021 6 ragazzi su 10 giocano ogni settimana, soprattutto da smartphone (47%)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2234042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126595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446808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96808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2017 vs 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2017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53% · altri 14%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40%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2017 al 2021 il digitale cresce di 12 punti e supera 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+12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21/22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2021/22;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stagione della ripartenza: pubblico in crescita su tutti gli schermi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20,3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1098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86%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1,1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0362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83%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248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19626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80%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1343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87%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3,9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19381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79%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+18%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18645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76%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2021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2026-10-20T19:18:30Z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